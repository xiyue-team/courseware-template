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89" r:id="rId2"/>
    <p:sldId id="258" r:id="rId3"/>
    <p:sldId id="302" r:id="rId4"/>
    <p:sldId id="261" r:id="rId5"/>
    <p:sldId id="304" r:id="rId6"/>
    <p:sldId id="266" r:id="rId7"/>
    <p:sldId id="274" r:id="rId8"/>
    <p:sldId id="291" r:id="rId9"/>
    <p:sldId id="292" r:id="rId10"/>
    <p:sldId id="300" r:id="rId11"/>
    <p:sldId id="299" r:id="rId12"/>
    <p:sldId id="303" r:id="rId13"/>
    <p:sldId id="293" r:id="rId14"/>
    <p:sldId id="294" r:id="rId15"/>
    <p:sldId id="301" r:id="rId16"/>
    <p:sldId id="295" r:id="rId17"/>
    <p:sldId id="296" r:id="rId18"/>
    <p:sldId id="262" r:id="rId19"/>
    <p:sldId id="305" r:id="rId20"/>
    <p:sldId id="272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DAAE"/>
    <a:srgbClr val="5BF7D5"/>
    <a:srgbClr val="056B8E"/>
    <a:srgbClr val="058D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45"/>
    <p:restoredTop sz="94604"/>
  </p:normalViewPr>
  <p:slideViewPr>
    <p:cSldViewPr snapToGrid="0" snapToObjects="1">
      <p:cViewPr varScale="1">
        <p:scale>
          <a:sx n="114" d="100"/>
          <a:sy n="114" d="100"/>
        </p:scale>
        <p:origin x="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61DF2-755A-D048-8ACB-FDA742C1E119}" type="datetimeFigureOut">
              <a:rPr kumimoji="1" lang="zh-CN" altLang="en-US" smtClean="0"/>
              <a:t>2019/12/27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E7B1EA-8918-9243-BA03-09E305EC3B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5864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6E90477-7A45-064D-9307-427A86E86C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14775" y="2133600"/>
            <a:ext cx="3059287" cy="39592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0" name="图片占位符 2">
            <a:extLst>
              <a:ext uri="{FF2B5EF4-FFF2-40B4-BE49-F238E27FC236}">
                <a16:creationId xmlns:a16="http://schemas.microsoft.com/office/drawing/2014/main" id="{5E380E41-D5B4-9648-9A51-184187C3A0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32799" y="2133598"/>
            <a:ext cx="4255925" cy="2197103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9FCFBB83-A731-3648-ABE8-E62B549AE0B5}"/>
              </a:ext>
            </a:extLst>
          </p:cNvPr>
          <p:cNvCxnSpPr/>
          <p:nvPr userDrawn="1"/>
        </p:nvCxnSpPr>
        <p:spPr>
          <a:xfrm>
            <a:off x="0" y="871933"/>
            <a:ext cx="93417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68425D22-740A-5F41-833E-E3A25E2E8E11}"/>
              </a:ext>
            </a:extLst>
          </p:cNvPr>
          <p:cNvSpPr/>
          <p:nvPr userDrawn="1"/>
        </p:nvSpPr>
        <p:spPr>
          <a:xfrm rot="2625542">
            <a:off x="944382" y="824263"/>
            <a:ext cx="95340" cy="953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4FF9801C-995A-A444-82DE-9570307FC5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178317" y="654204"/>
            <a:ext cx="3119363" cy="639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pPr lvl="0"/>
            <a:r>
              <a:rPr kumimoji="1" lang="zh-CN" altLang="en-US" dirty="0"/>
              <a:t>单击此处添加标题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68C3F77-9E91-794A-A75A-C0BE20DA9305}"/>
              </a:ext>
            </a:extLst>
          </p:cNvPr>
          <p:cNvSpPr/>
          <p:nvPr userDrawn="1"/>
        </p:nvSpPr>
        <p:spPr>
          <a:xfrm>
            <a:off x="695323" y="2133599"/>
            <a:ext cx="3060000" cy="395922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86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7921742-11AD-CA47-8E5E-6C358682E6D2}"/>
              </a:ext>
            </a:extLst>
          </p:cNvPr>
          <p:cNvSpPr/>
          <p:nvPr userDrawn="1"/>
        </p:nvSpPr>
        <p:spPr>
          <a:xfrm>
            <a:off x="4320720" y="457955"/>
            <a:ext cx="3601453" cy="1984303"/>
          </a:xfrm>
          <a:prstGeom prst="rect">
            <a:avLst/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EF84D1-0FCF-3246-B4B4-CDC384261947}"/>
              </a:ext>
            </a:extLst>
          </p:cNvPr>
          <p:cNvSpPr/>
          <p:nvPr userDrawn="1"/>
        </p:nvSpPr>
        <p:spPr>
          <a:xfrm>
            <a:off x="603595" y="2615879"/>
            <a:ext cx="9095989" cy="3773346"/>
          </a:xfrm>
          <a:prstGeom prst="rect">
            <a:avLst/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0B693A-84A7-4A47-9139-8817EE01334E}"/>
              </a:ext>
            </a:extLst>
          </p:cNvPr>
          <p:cNvSpPr/>
          <p:nvPr userDrawn="1"/>
        </p:nvSpPr>
        <p:spPr>
          <a:xfrm>
            <a:off x="8072568" y="457955"/>
            <a:ext cx="3601453" cy="1984303"/>
          </a:xfrm>
          <a:prstGeom prst="rect">
            <a:avLst/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EF84D1-0FCF-3246-B4B4-CDC384261947}"/>
              </a:ext>
            </a:extLst>
          </p:cNvPr>
          <p:cNvSpPr/>
          <p:nvPr userDrawn="1"/>
        </p:nvSpPr>
        <p:spPr>
          <a:xfrm>
            <a:off x="568872" y="457955"/>
            <a:ext cx="3601453" cy="1984303"/>
          </a:xfrm>
          <a:prstGeom prst="rect">
            <a:avLst/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921742-11AD-CA47-8E5E-6C358682E6D2}"/>
              </a:ext>
            </a:extLst>
          </p:cNvPr>
          <p:cNvSpPr/>
          <p:nvPr userDrawn="1"/>
        </p:nvSpPr>
        <p:spPr>
          <a:xfrm>
            <a:off x="9815332" y="2615879"/>
            <a:ext cx="1858689" cy="3773346"/>
          </a:xfrm>
          <a:prstGeom prst="rect">
            <a:avLst/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85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2" grpId="1" bldLvl="0" animBg="1"/>
      <p:bldP spid="14" grpId="0" bldLvl="0" animBg="1"/>
      <p:bldP spid="14" grpId="1" bldLvl="0" animBg="1"/>
      <p:bldP spid="16" grpId="0" bldLvl="0" animBg="1"/>
      <p:bldP spid="16" grpId="1" bldLvl="0" animBg="1"/>
      <p:bldP spid="8" grpId="0" bldLvl="0" animBg="1"/>
      <p:bldP spid="8" grpId="1" bldLvl="0" animBg="1"/>
      <p:bldP spid="9" grpId="0" bldLvl="0" animBg="1"/>
      <p:bldP spid="9" grpId="1" bldLvl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图片占位符 48">
            <a:extLst>
              <a:ext uri="{FF2B5EF4-FFF2-40B4-BE49-F238E27FC236}">
                <a16:creationId xmlns:a16="http://schemas.microsoft.com/office/drawing/2014/main" id="{0F450CFB-E565-7D40-BD34-C464F0A3B4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25370" y="1853029"/>
            <a:ext cx="1765093" cy="1521633"/>
          </a:xfrm>
          <a:custGeom>
            <a:avLst/>
            <a:gdLst>
              <a:gd name="connsiteX0" fmla="*/ 380408 w 1765093"/>
              <a:gd name="connsiteY0" fmla="*/ 0 h 1521633"/>
              <a:gd name="connsiteX1" fmla="*/ 1384685 w 1765093"/>
              <a:gd name="connsiteY1" fmla="*/ 0 h 1521633"/>
              <a:gd name="connsiteX2" fmla="*/ 1765093 w 1765093"/>
              <a:gd name="connsiteY2" fmla="*/ 760817 h 1521633"/>
              <a:gd name="connsiteX3" fmla="*/ 1384685 w 1765093"/>
              <a:gd name="connsiteY3" fmla="*/ 1521633 h 1521633"/>
              <a:gd name="connsiteX4" fmla="*/ 380408 w 1765093"/>
              <a:gd name="connsiteY4" fmla="*/ 1521633 h 1521633"/>
              <a:gd name="connsiteX5" fmla="*/ 0 w 1765093"/>
              <a:gd name="connsiteY5" fmla="*/ 760817 h 152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65093" h="1521633">
                <a:moveTo>
                  <a:pt x="380408" y="0"/>
                </a:moveTo>
                <a:lnTo>
                  <a:pt x="1384685" y="0"/>
                </a:lnTo>
                <a:lnTo>
                  <a:pt x="1765093" y="760817"/>
                </a:lnTo>
                <a:lnTo>
                  <a:pt x="1384685" y="1521633"/>
                </a:lnTo>
                <a:lnTo>
                  <a:pt x="380408" y="1521633"/>
                </a:lnTo>
                <a:lnTo>
                  <a:pt x="0" y="760817"/>
                </a:lnTo>
                <a:close/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sp>
        <p:nvSpPr>
          <p:cNvPr id="50" name="图片占位符 49">
            <a:extLst>
              <a:ext uri="{FF2B5EF4-FFF2-40B4-BE49-F238E27FC236}">
                <a16:creationId xmlns:a16="http://schemas.microsoft.com/office/drawing/2014/main" id="{017A2CA1-3135-9247-886B-09FD451A40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13639" y="1855800"/>
            <a:ext cx="1765093" cy="1521633"/>
          </a:xfrm>
          <a:custGeom>
            <a:avLst/>
            <a:gdLst>
              <a:gd name="connsiteX0" fmla="*/ 380408 w 1765093"/>
              <a:gd name="connsiteY0" fmla="*/ 0 h 1521633"/>
              <a:gd name="connsiteX1" fmla="*/ 1384685 w 1765093"/>
              <a:gd name="connsiteY1" fmla="*/ 0 h 1521633"/>
              <a:gd name="connsiteX2" fmla="*/ 1765093 w 1765093"/>
              <a:gd name="connsiteY2" fmla="*/ 760817 h 1521633"/>
              <a:gd name="connsiteX3" fmla="*/ 1384685 w 1765093"/>
              <a:gd name="connsiteY3" fmla="*/ 1521633 h 1521633"/>
              <a:gd name="connsiteX4" fmla="*/ 380408 w 1765093"/>
              <a:gd name="connsiteY4" fmla="*/ 1521633 h 1521633"/>
              <a:gd name="connsiteX5" fmla="*/ 0 w 1765093"/>
              <a:gd name="connsiteY5" fmla="*/ 760817 h 152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65093" h="1521633">
                <a:moveTo>
                  <a:pt x="380408" y="0"/>
                </a:moveTo>
                <a:lnTo>
                  <a:pt x="1384685" y="0"/>
                </a:lnTo>
                <a:lnTo>
                  <a:pt x="1765093" y="760817"/>
                </a:lnTo>
                <a:lnTo>
                  <a:pt x="1384685" y="1521633"/>
                </a:lnTo>
                <a:lnTo>
                  <a:pt x="380408" y="1521633"/>
                </a:lnTo>
                <a:lnTo>
                  <a:pt x="0" y="760817"/>
                </a:lnTo>
                <a:close/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sp>
        <p:nvSpPr>
          <p:cNvPr id="51" name="图片占位符 50">
            <a:extLst>
              <a:ext uri="{FF2B5EF4-FFF2-40B4-BE49-F238E27FC236}">
                <a16:creationId xmlns:a16="http://schemas.microsoft.com/office/drawing/2014/main" id="{996110F0-A7FE-EE4D-8EA4-F235EC2F761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088236" y="4321111"/>
            <a:ext cx="1765093" cy="1521633"/>
          </a:xfrm>
          <a:custGeom>
            <a:avLst/>
            <a:gdLst>
              <a:gd name="connsiteX0" fmla="*/ 380408 w 1765093"/>
              <a:gd name="connsiteY0" fmla="*/ 0 h 1521633"/>
              <a:gd name="connsiteX1" fmla="*/ 1384685 w 1765093"/>
              <a:gd name="connsiteY1" fmla="*/ 0 h 1521633"/>
              <a:gd name="connsiteX2" fmla="*/ 1765093 w 1765093"/>
              <a:gd name="connsiteY2" fmla="*/ 760817 h 1521633"/>
              <a:gd name="connsiteX3" fmla="*/ 1384685 w 1765093"/>
              <a:gd name="connsiteY3" fmla="*/ 1521633 h 1521633"/>
              <a:gd name="connsiteX4" fmla="*/ 380408 w 1765093"/>
              <a:gd name="connsiteY4" fmla="*/ 1521633 h 1521633"/>
              <a:gd name="connsiteX5" fmla="*/ 0 w 1765093"/>
              <a:gd name="connsiteY5" fmla="*/ 760817 h 152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65093" h="1521633">
                <a:moveTo>
                  <a:pt x="380408" y="0"/>
                </a:moveTo>
                <a:lnTo>
                  <a:pt x="1384685" y="0"/>
                </a:lnTo>
                <a:lnTo>
                  <a:pt x="1765093" y="760817"/>
                </a:lnTo>
                <a:lnTo>
                  <a:pt x="1384685" y="1521633"/>
                </a:lnTo>
                <a:lnTo>
                  <a:pt x="380408" y="1521633"/>
                </a:lnTo>
                <a:lnTo>
                  <a:pt x="0" y="760817"/>
                </a:lnTo>
                <a:close/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sp>
        <p:nvSpPr>
          <p:cNvPr id="8" name="Hexagon 24">
            <a:extLst>
              <a:ext uri="{FF2B5EF4-FFF2-40B4-BE49-F238E27FC236}">
                <a16:creationId xmlns:a16="http://schemas.microsoft.com/office/drawing/2014/main" id="{9F25738B-0D36-3749-A688-C5FB292913BE}"/>
              </a:ext>
            </a:extLst>
          </p:cNvPr>
          <p:cNvSpPr/>
          <p:nvPr userDrawn="1"/>
        </p:nvSpPr>
        <p:spPr>
          <a:xfrm>
            <a:off x="5068293" y="1109399"/>
            <a:ext cx="1765093" cy="1521633"/>
          </a:xfrm>
          <a:prstGeom prst="hexagon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1275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Hexagon 32">
            <a:extLst>
              <a:ext uri="{FF2B5EF4-FFF2-40B4-BE49-F238E27FC236}">
                <a16:creationId xmlns:a16="http://schemas.microsoft.com/office/drawing/2014/main" id="{BAC47A9E-5617-B749-9308-F4F929A84159}"/>
              </a:ext>
            </a:extLst>
          </p:cNvPr>
          <p:cNvSpPr/>
          <p:nvPr userDrawn="1"/>
        </p:nvSpPr>
        <p:spPr>
          <a:xfrm>
            <a:off x="6609567" y="3560542"/>
            <a:ext cx="1765093" cy="1521633"/>
          </a:xfrm>
          <a:prstGeom prst="hexagon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1275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Hexagon 34">
            <a:extLst>
              <a:ext uri="{FF2B5EF4-FFF2-40B4-BE49-F238E27FC236}">
                <a16:creationId xmlns:a16="http://schemas.microsoft.com/office/drawing/2014/main" id="{A6AEF807-F52B-344E-A394-494325022340}"/>
              </a:ext>
            </a:extLst>
          </p:cNvPr>
          <p:cNvSpPr/>
          <p:nvPr userDrawn="1"/>
        </p:nvSpPr>
        <p:spPr>
          <a:xfrm>
            <a:off x="3511216" y="3560542"/>
            <a:ext cx="1765093" cy="1521633"/>
          </a:xfrm>
          <a:prstGeom prst="hexagon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1275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0534914B-56A3-E64E-9D1D-83CF9418DC76}"/>
              </a:ext>
            </a:extLst>
          </p:cNvPr>
          <p:cNvSpPr/>
          <p:nvPr/>
        </p:nvSpPr>
        <p:spPr>
          <a:xfrm>
            <a:off x="5055821" y="2709173"/>
            <a:ext cx="1765093" cy="1521631"/>
          </a:xfrm>
          <a:prstGeom prst="hexagon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1275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Hexagon 61">
            <a:extLst>
              <a:ext uri="{FF2B5EF4-FFF2-40B4-BE49-F238E27FC236}">
                <a16:creationId xmlns:a16="http://schemas.microsoft.com/office/drawing/2014/main" id="{26543F6F-4B70-414C-8C30-875ED7C89AA2}"/>
              </a:ext>
            </a:extLst>
          </p:cNvPr>
          <p:cNvSpPr/>
          <p:nvPr/>
        </p:nvSpPr>
        <p:spPr>
          <a:xfrm>
            <a:off x="1976478" y="2699388"/>
            <a:ext cx="1765093" cy="1521631"/>
          </a:xfrm>
          <a:prstGeom prst="hexagon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1275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Hexagon 60">
            <a:extLst>
              <a:ext uri="{FF2B5EF4-FFF2-40B4-BE49-F238E27FC236}">
                <a16:creationId xmlns:a16="http://schemas.microsoft.com/office/drawing/2014/main" id="{E7FE17A8-4FF4-5449-97EB-310BCD5694AA}"/>
              </a:ext>
            </a:extLst>
          </p:cNvPr>
          <p:cNvSpPr/>
          <p:nvPr/>
        </p:nvSpPr>
        <p:spPr>
          <a:xfrm>
            <a:off x="8145664" y="2699388"/>
            <a:ext cx="1765093" cy="1521631"/>
          </a:xfrm>
          <a:prstGeom prst="hexagon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1275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31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图片占位符 38">
            <a:extLst>
              <a:ext uri="{FF2B5EF4-FFF2-40B4-BE49-F238E27FC236}">
                <a16:creationId xmlns:a16="http://schemas.microsoft.com/office/drawing/2014/main" id="{2E5A8FD0-FEE5-A040-95B4-B62FE6E9CF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26213" y="1660525"/>
            <a:ext cx="5665787" cy="353695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6728C450-27AB-8C4C-8440-1A604D863C4E}"/>
              </a:ext>
            </a:extLst>
          </p:cNvPr>
          <p:cNvCxnSpPr/>
          <p:nvPr userDrawn="1"/>
        </p:nvCxnSpPr>
        <p:spPr>
          <a:xfrm>
            <a:off x="0" y="871933"/>
            <a:ext cx="93417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2EA5880D-98DD-F04E-9482-6A66EEA3AB37}"/>
              </a:ext>
            </a:extLst>
          </p:cNvPr>
          <p:cNvSpPr/>
          <p:nvPr userDrawn="1"/>
        </p:nvSpPr>
        <p:spPr>
          <a:xfrm rot="2625542">
            <a:off x="944382" y="824263"/>
            <a:ext cx="95340" cy="953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6474ACF8-1387-D244-92E5-F1E32788351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178317" y="654204"/>
            <a:ext cx="3119363" cy="639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pPr lvl="0"/>
            <a:r>
              <a:rPr kumimoji="1" lang="zh-CN" altLang="en-US" dirty="0"/>
              <a:t>单击此处添加标题</a:t>
            </a:r>
          </a:p>
        </p:txBody>
      </p:sp>
    </p:spTree>
    <p:extLst>
      <p:ext uri="{BB962C8B-B14F-4D97-AF65-F5344CB8AC3E}">
        <p14:creationId xmlns:p14="http://schemas.microsoft.com/office/powerpoint/2010/main" val="189489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30">
            <a:extLst>
              <a:ext uri="{FF2B5EF4-FFF2-40B4-BE49-F238E27FC236}">
                <a16:creationId xmlns:a16="http://schemas.microsoft.com/office/drawing/2014/main" id="{32C30B34-10A9-1F4E-A92B-1B3938903DC4}"/>
              </a:ext>
            </a:extLst>
          </p:cNvPr>
          <p:cNvCxnSpPr>
            <a:cxnSpLocks/>
          </p:cNvCxnSpPr>
          <p:nvPr/>
        </p:nvCxnSpPr>
        <p:spPr>
          <a:xfrm>
            <a:off x="4874000" y="2724954"/>
            <a:ext cx="0" cy="616337"/>
          </a:xfrm>
          <a:prstGeom prst="line">
            <a:avLst/>
          </a:prstGeom>
          <a:ln w="12700">
            <a:solidFill>
              <a:schemeClr val="bg1"/>
            </a:solidFill>
            <a:prstDash val="dash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1A93C02C-4ECE-0A40-8863-D91E6C8A187F}"/>
              </a:ext>
            </a:extLst>
          </p:cNvPr>
          <p:cNvCxnSpPr>
            <a:cxnSpLocks/>
          </p:cNvCxnSpPr>
          <p:nvPr/>
        </p:nvCxnSpPr>
        <p:spPr>
          <a:xfrm>
            <a:off x="8026695" y="2724955"/>
            <a:ext cx="0" cy="616337"/>
          </a:xfrm>
          <a:prstGeom prst="line">
            <a:avLst/>
          </a:prstGeom>
          <a:ln w="12700">
            <a:solidFill>
              <a:schemeClr val="bg1"/>
            </a:solidFill>
            <a:prstDash val="dash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8">
            <a:extLst>
              <a:ext uri="{FF2B5EF4-FFF2-40B4-BE49-F238E27FC236}">
                <a16:creationId xmlns:a16="http://schemas.microsoft.com/office/drawing/2014/main" id="{008A9676-F521-914E-AFF3-48B21E748920}"/>
              </a:ext>
            </a:extLst>
          </p:cNvPr>
          <p:cNvCxnSpPr>
            <a:cxnSpLocks/>
          </p:cNvCxnSpPr>
          <p:nvPr/>
        </p:nvCxnSpPr>
        <p:spPr>
          <a:xfrm flipH="1">
            <a:off x="3216804" y="4009898"/>
            <a:ext cx="0" cy="616337"/>
          </a:xfrm>
          <a:prstGeom prst="line">
            <a:avLst/>
          </a:prstGeom>
          <a:ln w="12700">
            <a:solidFill>
              <a:schemeClr val="bg1"/>
            </a:solidFill>
            <a:prstDash val="dash"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29">
            <a:extLst>
              <a:ext uri="{FF2B5EF4-FFF2-40B4-BE49-F238E27FC236}">
                <a16:creationId xmlns:a16="http://schemas.microsoft.com/office/drawing/2014/main" id="{8DF946F3-0741-9B40-AAF1-4E74E750171B}"/>
              </a:ext>
            </a:extLst>
          </p:cNvPr>
          <p:cNvCxnSpPr>
            <a:cxnSpLocks/>
          </p:cNvCxnSpPr>
          <p:nvPr/>
        </p:nvCxnSpPr>
        <p:spPr>
          <a:xfrm flipH="1">
            <a:off x="6479568" y="4018366"/>
            <a:ext cx="0" cy="616337"/>
          </a:xfrm>
          <a:prstGeom prst="line">
            <a:avLst/>
          </a:prstGeom>
          <a:ln w="12700">
            <a:solidFill>
              <a:schemeClr val="bg1"/>
            </a:solidFill>
            <a:prstDash val="dash"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4">
            <a:extLst>
              <a:ext uri="{FF2B5EF4-FFF2-40B4-BE49-F238E27FC236}">
                <a16:creationId xmlns:a16="http://schemas.microsoft.com/office/drawing/2014/main" id="{AA934231-8660-6747-BD2C-C27AB18A540A}"/>
              </a:ext>
            </a:extLst>
          </p:cNvPr>
          <p:cNvSpPr/>
          <p:nvPr/>
        </p:nvSpPr>
        <p:spPr>
          <a:xfrm rot="5400000">
            <a:off x="6465925" y="2911978"/>
            <a:ext cx="1233814" cy="1378394"/>
          </a:xfrm>
          <a:custGeom>
            <a:avLst/>
            <a:gdLst>
              <a:gd name="connsiteX0" fmla="*/ 0 w 4294986"/>
              <a:gd name="connsiteY0" fmla="*/ 4798270 h 4798270"/>
              <a:gd name="connsiteX1" fmla="*/ 2147493 w 4294986"/>
              <a:gd name="connsiteY1" fmla="*/ 0 h 4798270"/>
              <a:gd name="connsiteX2" fmla="*/ 4294986 w 4294986"/>
              <a:gd name="connsiteY2" fmla="*/ 4798270 h 4798270"/>
              <a:gd name="connsiteX3" fmla="*/ 2558318 w 4294986"/>
              <a:gd name="connsiteY3" fmla="*/ 4798270 h 4798270"/>
              <a:gd name="connsiteX4" fmla="*/ 2147493 w 4294986"/>
              <a:gd name="connsiteY4" fmla="*/ 3880339 h 4798270"/>
              <a:gd name="connsiteX5" fmla="*/ 1736668 w 4294986"/>
              <a:gd name="connsiteY5" fmla="*/ 4798270 h 479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94986" h="4798270">
                <a:moveTo>
                  <a:pt x="0" y="4798270"/>
                </a:moveTo>
                <a:lnTo>
                  <a:pt x="2147493" y="0"/>
                </a:lnTo>
                <a:lnTo>
                  <a:pt x="4294986" y="4798270"/>
                </a:lnTo>
                <a:lnTo>
                  <a:pt x="2558318" y="4798270"/>
                </a:lnTo>
                <a:lnTo>
                  <a:pt x="2147493" y="3880339"/>
                </a:lnTo>
                <a:lnTo>
                  <a:pt x="1736668" y="479827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6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Freeform: Shape 5">
            <a:extLst>
              <a:ext uri="{FF2B5EF4-FFF2-40B4-BE49-F238E27FC236}">
                <a16:creationId xmlns:a16="http://schemas.microsoft.com/office/drawing/2014/main" id="{72851D19-68F4-874D-89EC-FAFE1ADADFF6}"/>
              </a:ext>
            </a:extLst>
          </p:cNvPr>
          <p:cNvSpPr/>
          <p:nvPr/>
        </p:nvSpPr>
        <p:spPr>
          <a:xfrm rot="5400000">
            <a:off x="8004741" y="2911369"/>
            <a:ext cx="1244164" cy="1389957"/>
          </a:xfrm>
          <a:custGeom>
            <a:avLst/>
            <a:gdLst>
              <a:gd name="connsiteX0" fmla="*/ 0 w 4294986"/>
              <a:gd name="connsiteY0" fmla="*/ 4798270 h 4798270"/>
              <a:gd name="connsiteX1" fmla="*/ 2147493 w 4294986"/>
              <a:gd name="connsiteY1" fmla="*/ 0 h 4798270"/>
              <a:gd name="connsiteX2" fmla="*/ 4294986 w 4294986"/>
              <a:gd name="connsiteY2" fmla="*/ 4798270 h 4798270"/>
              <a:gd name="connsiteX3" fmla="*/ 2558318 w 4294986"/>
              <a:gd name="connsiteY3" fmla="*/ 4798270 h 4798270"/>
              <a:gd name="connsiteX4" fmla="*/ 2147493 w 4294986"/>
              <a:gd name="connsiteY4" fmla="*/ 3880339 h 4798270"/>
              <a:gd name="connsiteX5" fmla="*/ 1736668 w 4294986"/>
              <a:gd name="connsiteY5" fmla="*/ 4798270 h 479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94986" h="4798270">
                <a:moveTo>
                  <a:pt x="0" y="4798270"/>
                </a:moveTo>
                <a:lnTo>
                  <a:pt x="2147493" y="0"/>
                </a:lnTo>
                <a:lnTo>
                  <a:pt x="4294986" y="4798270"/>
                </a:lnTo>
                <a:lnTo>
                  <a:pt x="2558318" y="4798270"/>
                </a:lnTo>
                <a:lnTo>
                  <a:pt x="2147493" y="3880339"/>
                </a:lnTo>
                <a:lnTo>
                  <a:pt x="1736668" y="479827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6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7" name="Freeform: Shape 6">
            <a:extLst>
              <a:ext uri="{FF2B5EF4-FFF2-40B4-BE49-F238E27FC236}">
                <a16:creationId xmlns:a16="http://schemas.microsoft.com/office/drawing/2014/main" id="{76B9CB8C-E561-724C-BA52-431DDC286269}"/>
              </a:ext>
            </a:extLst>
          </p:cNvPr>
          <p:cNvSpPr/>
          <p:nvPr/>
        </p:nvSpPr>
        <p:spPr>
          <a:xfrm rot="5400000">
            <a:off x="4841188" y="2901024"/>
            <a:ext cx="1244162" cy="1389955"/>
          </a:xfrm>
          <a:custGeom>
            <a:avLst/>
            <a:gdLst>
              <a:gd name="connsiteX0" fmla="*/ 0 w 4294986"/>
              <a:gd name="connsiteY0" fmla="*/ 4798270 h 4798270"/>
              <a:gd name="connsiteX1" fmla="*/ 2147493 w 4294986"/>
              <a:gd name="connsiteY1" fmla="*/ 0 h 4798270"/>
              <a:gd name="connsiteX2" fmla="*/ 4294986 w 4294986"/>
              <a:gd name="connsiteY2" fmla="*/ 4798270 h 4798270"/>
              <a:gd name="connsiteX3" fmla="*/ 2558318 w 4294986"/>
              <a:gd name="connsiteY3" fmla="*/ 4798270 h 4798270"/>
              <a:gd name="connsiteX4" fmla="*/ 2147493 w 4294986"/>
              <a:gd name="connsiteY4" fmla="*/ 3880339 h 4798270"/>
              <a:gd name="connsiteX5" fmla="*/ 1736668 w 4294986"/>
              <a:gd name="connsiteY5" fmla="*/ 4798270 h 479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94986" h="4798270">
                <a:moveTo>
                  <a:pt x="0" y="4798270"/>
                </a:moveTo>
                <a:lnTo>
                  <a:pt x="2147493" y="0"/>
                </a:lnTo>
                <a:lnTo>
                  <a:pt x="4294986" y="4798270"/>
                </a:lnTo>
                <a:lnTo>
                  <a:pt x="2558318" y="4798270"/>
                </a:lnTo>
                <a:lnTo>
                  <a:pt x="2147493" y="3880339"/>
                </a:lnTo>
                <a:lnTo>
                  <a:pt x="1736668" y="479827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6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Freeform: Shape 7">
            <a:extLst>
              <a:ext uri="{FF2B5EF4-FFF2-40B4-BE49-F238E27FC236}">
                <a16:creationId xmlns:a16="http://schemas.microsoft.com/office/drawing/2014/main" id="{4BF84BC1-A3FF-AE41-B3F8-6C00AD32C904}"/>
              </a:ext>
            </a:extLst>
          </p:cNvPr>
          <p:cNvSpPr/>
          <p:nvPr/>
        </p:nvSpPr>
        <p:spPr>
          <a:xfrm rot="5400000">
            <a:off x="3214173" y="2899352"/>
            <a:ext cx="1245741" cy="1391719"/>
          </a:xfrm>
          <a:custGeom>
            <a:avLst/>
            <a:gdLst>
              <a:gd name="connsiteX0" fmla="*/ 0 w 4294986"/>
              <a:gd name="connsiteY0" fmla="*/ 4798270 h 4798270"/>
              <a:gd name="connsiteX1" fmla="*/ 2147493 w 4294986"/>
              <a:gd name="connsiteY1" fmla="*/ 0 h 4798270"/>
              <a:gd name="connsiteX2" fmla="*/ 4294986 w 4294986"/>
              <a:gd name="connsiteY2" fmla="*/ 4798270 h 4798270"/>
              <a:gd name="connsiteX3" fmla="*/ 2558318 w 4294986"/>
              <a:gd name="connsiteY3" fmla="*/ 4798270 h 4798270"/>
              <a:gd name="connsiteX4" fmla="*/ 2147493 w 4294986"/>
              <a:gd name="connsiteY4" fmla="*/ 3880339 h 4798270"/>
              <a:gd name="connsiteX5" fmla="*/ 1736668 w 4294986"/>
              <a:gd name="connsiteY5" fmla="*/ 4798270 h 479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94986" h="4798270">
                <a:moveTo>
                  <a:pt x="0" y="4798270"/>
                </a:moveTo>
                <a:lnTo>
                  <a:pt x="2147493" y="0"/>
                </a:lnTo>
                <a:lnTo>
                  <a:pt x="4294986" y="4798270"/>
                </a:lnTo>
                <a:lnTo>
                  <a:pt x="2558318" y="4798270"/>
                </a:lnTo>
                <a:lnTo>
                  <a:pt x="2147493" y="3880339"/>
                </a:lnTo>
                <a:lnTo>
                  <a:pt x="1736668" y="479827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6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80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3438BB43-22F6-2943-B0A2-0D6892420DAD}"/>
              </a:ext>
            </a:extLst>
          </p:cNvPr>
          <p:cNvSpPr/>
          <p:nvPr userDrawn="1"/>
        </p:nvSpPr>
        <p:spPr>
          <a:xfrm>
            <a:off x="6696460" y="4860426"/>
            <a:ext cx="6042053" cy="1997574"/>
          </a:xfrm>
          <a:prstGeom prst="rect">
            <a:avLst/>
          </a:prstGeom>
          <a:gradFill>
            <a:gsLst>
              <a:gs pos="0">
                <a:srgbClr val="056B8E">
                  <a:alpha val="50000"/>
                </a:srgbClr>
              </a:gs>
              <a:gs pos="100000">
                <a:srgbClr val="058D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470DDE6F-3092-9E48-B192-4758DD8575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37300" y="1096963"/>
            <a:ext cx="2654381" cy="3173412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2" name="图片占位符 10">
            <a:extLst>
              <a:ext uri="{FF2B5EF4-FFF2-40B4-BE49-F238E27FC236}">
                <a16:creationId xmlns:a16="http://schemas.microsoft.com/office/drawing/2014/main" id="{ADF5C4F1-DA49-D64E-B6F4-8D7151337DD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98794" y="1105593"/>
            <a:ext cx="2574117" cy="1716078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3" name="图片占位符 10">
            <a:extLst>
              <a:ext uri="{FF2B5EF4-FFF2-40B4-BE49-F238E27FC236}">
                <a16:creationId xmlns:a16="http://schemas.microsoft.com/office/drawing/2014/main" id="{1884CF03-72FC-BA4F-AB1C-86D714E508E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98793" y="3068959"/>
            <a:ext cx="2574117" cy="2317747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B5B3EA5D-5167-4342-A42F-681D630AB800}"/>
              </a:ext>
            </a:extLst>
          </p:cNvPr>
          <p:cNvCxnSpPr/>
          <p:nvPr userDrawn="1"/>
        </p:nvCxnSpPr>
        <p:spPr>
          <a:xfrm>
            <a:off x="0" y="871933"/>
            <a:ext cx="93417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8F5A3DB2-F135-6E4F-8F43-B0DC1DDA172B}"/>
              </a:ext>
            </a:extLst>
          </p:cNvPr>
          <p:cNvSpPr/>
          <p:nvPr userDrawn="1"/>
        </p:nvSpPr>
        <p:spPr>
          <a:xfrm rot="2625542">
            <a:off x="944382" y="824263"/>
            <a:ext cx="95340" cy="953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9BD3A45F-9B2F-9D47-A673-7D94C909B48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78317" y="654204"/>
            <a:ext cx="3119363" cy="639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pPr lvl="0"/>
            <a:r>
              <a:rPr kumimoji="1" lang="zh-CN" altLang="en-US" dirty="0"/>
              <a:t>单击此处添加标题</a:t>
            </a:r>
          </a:p>
        </p:txBody>
      </p:sp>
    </p:spTree>
    <p:extLst>
      <p:ext uri="{BB962C8B-B14F-4D97-AF65-F5344CB8AC3E}">
        <p14:creationId xmlns:p14="http://schemas.microsoft.com/office/powerpoint/2010/main" val="768988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2DE24A09-AAD7-E54C-A1C8-C6996483C07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470935" y="730109"/>
            <a:ext cx="1164178" cy="1350446"/>
          </a:xfrm>
          <a:custGeom>
            <a:avLst/>
            <a:gdLst>
              <a:gd name="connsiteX0" fmla="*/ 582089 w 1164178"/>
              <a:gd name="connsiteY0" fmla="*/ 0 h 1350446"/>
              <a:gd name="connsiteX1" fmla="*/ 1164178 w 1164178"/>
              <a:gd name="connsiteY1" fmla="*/ 291045 h 1350446"/>
              <a:gd name="connsiteX2" fmla="*/ 1164178 w 1164178"/>
              <a:gd name="connsiteY2" fmla="*/ 1059402 h 1350446"/>
              <a:gd name="connsiteX3" fmla="*/ 582089 w 1164178"/>
              <a:gd name="connsiteY3" fmla="*/ 1350446 h 1350446"/>
              <a:gd name="connsiteX4" fmla="*/ 0 w 1164178"/>
              <a:gd name="connsiteY4" fmla="*/ 1059402 h 1350446"/>
              <a:gd name="connsiteX5" fmla="*/ 0 w 1164178"/>
              <a:gd name="connsiteY5" fmla="*/ 291045 h 1350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4178" h="1350446">
                <a:moveTo>
                  <a:pt x="582089" y="0"/>
                </a:moveTo>
                <a:lnTo>
                  <a:pt x="1164178" y="291045"/>
                </a:lnTo>
                <a:lnTo>
                  <a:pt x="1164178" y="1059402"/>
                </a:lnTo>
                <a:lnTo>
                  <a:pt x="582089" y="1350446"/>
                </a:lnTo>
                <a:lnTo>
                  <a:pt x="0" y="1059402"/>
                </a:lnTo>
                <a:lnTo>
                  <a:pt x="0" y="29104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sp>
        <p:nvSpPr>
          <p:cNvPr id="14" name="图片占位符 13">
            <a:extLst>
              <a:ext uri="{FF2B5EF4-FFF2-40B4-BE49-F238E27FC236}">
                <a16:creationId xmlns:a16="http://schemas.microsoft.com/office/drawing/2014/main" id="{580021BB-2493-EA4A-9CB3-D5B07FABA74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40478" y="738424"/>
            <a:ext cx="1164178" cy="1350446"/>
          </a:xfrm>
          <a:custGeom>
            <a:avLst/>
            <a:gdLst>
              <a:gd name="connsiteX0" fmla="*/ 582089 w 1164178"/>
              <a:gd name="connsiteY0" fmla="*/ 0 h 1350446"/>
              <a:gd name="connsiteX1" fmla="*/ 1164178 w 1164178"/>
              <a:gd name="connsiteY1" fmla="*/ 291045 h 1350446"/>
              <a:gd name="connsiteX2" fmla="*/ 1164178 w 1164178"/>
              <a:gd name="connsiteY2" fmla="*/ 1059402 h 1350446"/>
              <a:gd name="connsiteX3" fmla="*/ 582089 w 1164178"/>
              <a:gd name="connsiteY3" fmla="*/ 1350446 h 1350446"/>
              <a:gd name="connsiteX4" fmla="*/ 0 w 1164178"/>
              <a:gd name="connsiteY4" fmla="*/ 1059402 h 1350446"/>
              <a:gd name="connsiteX5" fmla="*/ 0 w 1164178"/>
              <a:gd name="connsiteY5" fmla="*/ 291045 h 1350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4178" h="1350446">
                <a:moveTo>
                  <a:pt x="582089" y="0"/>
                </a:moveTo>
                <a:lnTo>
                  <a:pt x="1164178" y="291045"/>
                </a:lnTo>
                <a:lnTo>
                  <a:pt x="1164178" y="1059402"/>
                </a:lnTo>
                <a:lnTo>
                  <a:pt x="582089" y="1350446"/>
                </a:lnTo>
                <a:lnTo>
                  <a:pt x="0" y="1059402"/>
                </a:lnTo>
                <a:lnTo>
                  <a:pt x="0" y="29104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sp>
        <p:nvSpPr>
          <p:cNvPr id="16" name="图片占位符 15">
            <a:extLst>
              <a:ext uri="{FF2B5EF4-FFF2-40B4-BE49-F238E27FC236}">
                <a16:creationId xmlns:a16="http://schemas.microsoft.com/office/drawing/2014/main" id="{A0DEFB6E-65F9-1246-B5BA-0B6577CE4E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91025" y="724172"/>
            <a:ext cx="1164178" cy="1350446"/>
          </a:xfrm>
          <a:custGeom>
            <a:avLst/>
            <a:gdLst>
              <a:gd name="connsiteX0" fmla="*/ 582089 w 1164178"/>
              <a:gd name="connsiteY0" fmla="*/ 0 h 1350446"/>
              <a:gd name="connsiteX1" fmla="*/ 1164178 w 1164178"/>
              <a:gd name="connsiteY1" fmla="*/ 291045 h 1350446"/>
              <a:gd name="connsiteX2" fmla="*/ 1164178 w 1164178"/>
              <a:gd name="connsiteY2" fmla="*/ 1059402 h 1350446"/>
              <a:gd name="connsiteX3" fmla="*/ 582089 w 1164178"/>
              <a:gd name="connsiteY3" fmla="*/ 1350446 h 1350446"/>
              <a:gd name="connsiteX4" fmla="*/ 0 w 1164178"/>
              <a:gd name="connsiteY4" fmla="*/ 1059402 h 1350446"/>
              <a:gd name="connsiteX5" fmla="*/ 0 w 1164178"/>
              <a:gd name="connsiteY5" fmla="*/ 291045 h 1350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4178" h="1350446">
                <a:moveTo>
                  <a:pt x="582089" y="0"/>
                </a:moveTo>
                <a:lnTo>
                  <a:pt x="1164178" y="291045"/>
                </a:lnTo>
                <a:lnTo>
                  <a:pt x="1164178" y="1059402"/>
                </a:lnTo>
                <a:lnTo>
                  <a:pt x="582089" y="1350446"/>
                </a:lnTo>
                <a:lnTo>
                  <a:pt x="0" y="1059402"/>
                </a:lnTo>
                <a:lnTo>
                  <a:pt x="0" y="29104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sp>
        <p:nvSpPr>
          <p:cNvPr id="17" name="图片占位符 16">
            <a:extLst>
              <a:ext uri="{FF2B5EF4-FFF2-40B4-BE49-F238E27FC236}">
                <a16:creationId xmlns:a16="http://schemas.microsoft.com/office/drawing/2014/main" id="{2BCB496A-8C62-3547-B1BD-AD0954326DF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31925" y="744361"/>
            <a:ext cx="1164178" cy="1350446"/>
          </a:xfrm>
          <a:custGeom>
            <a:avLst/>
            <a:gdLst>
              <a:gd name="connsiteX0" fmla="*/ 582089 w 1164178"/>
              <a:gd name="connsiteY0" fmla="*/ 0 h 1350446"/>
              <a:gd name="connsiteX1" fmla="*/ 1164178 w 1164178"/>
              <a:gd name="connsiteY1" fmla="*/ 291045 h 1350446"/>
              <a:gd name="connsiteX2" fmla="*/ 1164178 w 1164178"/>
              <a:gd name="connsiteY2" fmla="*/ 1059402 h 1350446"/>
              <a:gd name="connsiteX3" fmla="*/ 582089 w 1164178"/>
              <a:gd name="connsiteY3" fmla="*/ 1350446 h 1350446"/>
              <a:gd name="connsiteX4" fmla="*/ 0 w 1164178"/>
              <a:gd name="connsiteY4" fmla="*/ 1059402 h 1350446"/>
              <a:gd name="connsiteX5" fmla="*/ 0 w 1164178"/>
              <a:gd name="connsiteY5" fmla="*/ 291045 h 1350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4178" h="1350446">
                <a:moveTo>
                  <a:pt x="582089" y="0"/>
                </a:moveTo>
                <a:lnTo>
                  <a:pt x="1164178" y="291045"/>
                </a:lnTo>
                <a:lnTo>
                  <a:pt x="1164178" y="1059402"/>
                </a:lnTo>
                <a:lnTo>
                  <a:pt x="582089" y="1350446"/>
                </a:lnTo>
                <a:lnTo>
                  <a:pt x="0" y="1059402"/>
                </a:lnTo>
                <a:lnTo>
                  <a:pt x="0" y="29104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04030787-FC77-014B-832D-44626B36A8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20388" y="744361"/>
            <a:ext cx="1164178" cy="1350446"/>
          </a:xfrm>
          <a:custGeom>
            <a:avLst/>
            <a:gdLst>
              <a:gd name="connsiteX0" fmla="*/ 582089 w 1164178"/>
              <a:gd name="connsiteY0" fmla="*/ 0 h 1350446"/>
              <a:gd name="connsiteX1" fmla="*/ 1164178 w 1164178"/>
              <a:gd name="connsiteY1" fmla="*/ 291045 h 1350446"/>
              <a:gd name="connsiteX2" fmla="*/ 1164178 w 1164178"/>
              <a:gd name="connsiteY2" fmla="*/ 1059402 h 1350446"/>
              <a:gd name="connsiteX3" fmla="*/ 582089 w 1164178"/>
              <a:gd name="connsiteY3" fmla="*/ 1350446 h 1350446"/>
              <a:gd name="connsiteX4" fmla="*/ 0 w 1164178"/>
              <a:gd name="connsiteY4" fmla="*/ 1059402 h 1350446"/>
              <a:gd name="connsiteX5" fmla="*/ 0 w 1164178"/>
              <a:gd name="connsiteY5" fmla="*/ 291045 h 1350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4178" h="1350446">
                <a:moveTo>
                  <a:pt x="582089" y="0"/>
                </a:moveTo>
                <a:lnTo>
                  <a:pt x="1164178" y="291045"/>
                </a:lnTo>
                <a:lnTo>
                  <a:pt x="1164178" y="1059402"/>
                </a:lnTo>
                <a:lnTo>
                  <a:pt x="582089" y="1350446"/>
                </a:lnTo>
                <a:lnTo>
                  <a:pt x="0" y="1059402"/>
                </a:lnTo>
                <a:lnTo>
                  <a:pt x="0" y="29104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985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>
            <a:extLst>
              <a:ext uri="{FF2B5EF4-FFF2-40B4-BE49-F238E27FC236}">
                <a16:creationId xmlns:a16="http://schemas.microsoft.com/office/drawing/2014/main" id="{8DFCA7CC-7AB2-4341-8721-C97FC8BFFD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58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BAB878FA-EA16-F04B-B57D-50B23ECD978B}"/>
              </a:ext>
            </a:extLst>
          </p:cNvPr>
          <p:cNvSpPr/>
          <p:nvPr userDrawn="1"/>
        </p:nvSpPr>
        <p:spPr>
          <a:xfrm>
            <a:off x="652910" y="2196766"/>
            <a:ext cx="3594478" cy="3420171"/>
          </a:xfrm>
          <a:prstGeom prst="rect">
            <a:avLst/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7474C3C-BB79-E047-AAC9-5A8151D90561}"/>
              </a:ext>
            </a:extLst>
          </p:cNvPr>
          <p:cNvSpPr/>
          <p:nvPr userDrawn="1"/>
        </p:nvSpPr>
        <p:spPr>
          <a:xfrm>
            <a:off x="6387846" y="2196766"/>
            <a:ext cx="3594478" cy="3420171"/>
          </a:xfrm>
          <a:prstGeom prst="rect">
            <a:avLst/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937B0933-F278-B74D-B228-D9BD6AF670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49650" y="3282950"/>
            <a:ext cx="2254250" cy="1760538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4" name="图片占位符 12">
            <a:extLst>
              <a:ext uri="{FF2B5EF4-FFF2-40B4-BE49-F238E27FC236}">
                <a16:creationId xmlns:a16="http://schemas.microsoft.com/office/drawing/2014/main" id="{BACA541E-0D47-0846-BBC7-1343E830356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284222" y="3282178"/>
            <a:ext cx="2254250" cy="1760538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148A6164-C2F5-6D4B-9D00-2CB0776C3522}"/>
              </a:ext>
            </a:extLst>
          </p:cNvPr>
          <p:cNvCxnSpPr/>
          <p:nvPr userDrawn="1"/>
        </p:nvCxnSpPr>
        <p:spPr>
          <a:xfrm>
            <a:off x="0" y="871933"/>
            <a:ext cx="93417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B585E860-34D5-5D4D-A5D8-B02014808B2F}"/>
              </a:ext>
            </a:extLst>
          </p:cNvPr>
          <p:cNvSpPr/>
          <p:nvPr userDrawn="1"/>
        </p:nvSpPr>
        <p:spPr>
          <a:xfrm rot="2625542">
            <a:off x="944382" y="824263"/>
            <a:ext cx="95340" cy="953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E1A13B11-C340-E64B-A77D-57D635CFD6E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78317" y="654204"/>
            <a:ext cx="3119363" cy="639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pPr lvl="0"/>
            <a:r>
              <a:rPr kumimoji="1" lang="zh-CN" altLang="en-US" dirty="0"/>
              <a:t>单击此处添加标题</a:t>
            </a:r>
          </a:p>
        </p:txBody>
      </p:sp>
    </p:spTree>
    <p:extLst>
      <p:ext uri="{BB962C8B-B14F-4D97-AF65-F5344CB8AC3E}">
        <p14:creationId xmlns:p14="http://schemas.microsoft.com/office/powerpoint/2010/main" val="1178762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4F1CE7-DE0C-4B48-BB72-124CBED3A3E0}" type="datetimeFigureOut">
              <a:rPr kumimoji="1" lang="zh-CN" altLang="en-US" smtClean="0"/>
              <a:t>2019/12/27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E5BA3F-F412-8A42-AFCA-5CDA7DF5339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914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4F1CE7-DE0C-4B48-BB72-124CBED3A3E0}" type="datetimeFigureOut">
              <a:rPr kumimoji="1" lang="zh-CN" altLang="en-US" smtClean="0"/>
              <a:t>2019/12/27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E5BA3F-F412-8A42-AFCA-5CDA7DF5339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3141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6B8E"/>
            </a:gs>
            <a:gs pos="100000">
              <a:srgbClr val="058D7D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7327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rod.huohuaschool.com/store/detail.html?id=b8b5268c-5089-451c-a48b-af04a7f6eef0&amp;type=component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>
            <a:extLst>
              <a:ext uri="{FF2B5EF4-FFF2-40B4-BE49-F238E27FC236}">
                <a16:creationId xmlns:a16="http://schemas.microsoft.com/office/drawing/2014/main" id="{D4F11F7E-1622-FC4D-9491-89681C162BD8}"/>
              </a:ext>
            </a:extLst>
          </p:cNvPr>
          <p:cNvGrpSpPr/>
          <p:nvPr/>
        </p:nvGrpSpPr>
        <p:grpSpPr>
          <a:xfrm>
            <a:off x="7909500" y="3508230"/>
            <a:ext cx="3774757" cy="2797909"/>
            <a:chOff x="7549586" y="3563815"/>
            <a:chExt cx="4682999" cy="3471112"/>
          </a:xfrm>
        </p:grpSpPr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89A9F59A-1278-4744-973F-C4263437C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49586" y="4829742"/>
              <a:ext cx="4682999" cy="656657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19639657-BA91-9745-A64A-F21688CE7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16727" y="3678685"/>
              <a:ext cx="647814" cy="3343184"/>
            </a:xfrm>
            <a:prstGeom prst="rect">
              <a:avLst/>
            </a:prstGeom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5448A035-C869-F24F-9BAA-406A8C426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79958" y="3678685"/>
              <a:ext cx="645580" cy="3343184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A4CFCE9F-2F31-FC44-829D-B725C9ACC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42251" y="3563815"/>
              <a:ext cx="628249" cy="3471112"/>
            </a:xfrm>
            <a:prstGeom prst="rect">
              <a:avLst/>
            </a:prstGeom>
          </p:spPr>
        </p:pic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E43FC4C7-87BC-3141-BC51-7ACA5FABF5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933" y="1150804"/>
            <a:ext cx="7188955" cy="4079874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4C822B7B-05B4-4547-A302-8543584DB1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9879" y="1163299"/>
            <a:ext cx="2066332" cy="311539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1A2178C9-7372-4D46-B82B-94FE3211ED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000" y="1718179"/>
            <a:ext cx="3301622" cy="251983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0F12605B-9542-C848-BAC3-220B6773A1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6211" y="4907185"/>
            <a:ext cx="1697064" cy="32610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FEB385A-4B81-C243-B7D1-1D73AD980BE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0090" y="490652"/>
            <a:ext cx="1413315" cy="438615"/>
          </a:xfrm>
          <a:prstGeom prst="rect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40496F-9568-7143-9DE6-11B57775083F}"/>
              </a:ext>
            </a:extLst>
          </p:cNvPr>
          <p:cNvGrpSpPr/>
          <p:nvPr/>
        </p:nvGrpSpPr>
        <p:grpSpPr>
          <a:xfrm>
            <a:off x="371061" y="505912"/>
            <a:ext cx="1767106" cy="846710"/>
            <a:chOff x="5064921" y="1821391"/>
            <a:chExt cx="1767106" cy="846710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0EA032B-1F69-724E-BF5B-A25D1D0B0597}"/>
                </a:ext>
              </a:extLst>
            </p:cNvPr>
            <p:cNvSpPr txBox="1"/>
            <p:nvPr/>
          </p:nvSpPr>
          <p:spPr>
            <a:xfrm>
              <a:off x="5064921" y="182139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solidFill>
                    <a:schemeClr val="bg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第五单元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9B27D9A-0BF3-E147-B88C-810BAC311F11}"/>
                </a:ext>
              </a:extLst>
            </p:cNvPr>
            <p:cNvSpPr txBox="1"/>
            <p:nvPr/>
          </p:nvSpPr>
          <p:spPr>
            <a:xfrm>
              <a:off x="5078879" y="2483435"/>
              <a:ext cx="1753148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600" spc="350">
                  <a:solidFill>
                    <a:schemeClr val="bg1"/>
                  </a:solidFill>
                  <a:latin typeface="Microsoft YaHei Light" charset="-122"/>
                  <a:ea typeface="Microsoft YaHei Light" charset="-122"/>
                </a:rPr>
                <a:t>CHEMICAL EQUATION</a:t>
              </a:r>
            </a:p>
          </p:txBody>
        </p:sp>
      </p:grpSp>
      <p:pic>
        <p:nvPicPr>
          <p:cNvPr id="44" name="图片 43">
            <a:extLst>
              <a:ext uri="{FF2B5EF4-FFF2-40B4-BE49-F238E27FC236}">
                <a16:creationId xmlns:a16="http://schemas.microsoft.com/office/drawing/2014/main" id="{0CCF7D88-FF1A-0E46-85FC-D67F1990F6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9425" y="897303"/>
            <a:ext cx="1319908" cy="242168"/>
          </a:xfrm>
          <a:prstGeom prst="rect">
            <a:avLst/>
          </a:prstGeom>
        </p:spPr>
      </p:pic>
      <p:grpSp>
        <p:nvGrpSpPr>
          <p:cNvPr id="33" name="组合 32">
            <a:extLst>
              <a:ext uri="{FF2B5EF4-FFF2-40B4-BE49-F238E27FC236}">
                <a16:creationId xmlns:a16="http://schemas.microsoft.com/office/drawing/2014/main" id="{0FB98572-93FD-F846-AEB1-9F314002A80B}"/>
              </a:ext>
            </a:extLst>
          </p:cNvPr>
          <p:cNvGrpSpPr/>
          <p:nvPr/>
        </p:nvGrpSpPr>
        <p:grpSpPr>
          <a:xfrm>
            <a:off x="1588978" y="2437413"/>
            <a:ext cx="9002339" cy="2965194"/>
            <a:chOff x="1588978" y="2437413"/>
            <a:chExt cx="9002339" cy="2965194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45CED510-35B0-9D45-87A4-814436D36796}"/>
                </a:ext>
              </a:extLst>
            </p:cNvPr>
            <p:cNvSpPr txBox="1"/>
            <p:nvPr/>
          </p:nvSpPr>
          <p:spPr>
            <a:xfrm>
              <a:off x="5010364" y="4971720"/>
              <a:ext cx="215956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200" dirty="0">
                  <a:solidFill>
                    <a:schemeClr val="bg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讲师：火花学院</a:t>
              </a: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398C1CD-0767-E44E-8BFE-02D4777E60C0}"/>
                </a:ext>
              </a:extLst>
            </p:cNvPr>
            <p:cNvSpPr/>
            <p:nvPr/>
          </p:nvSpPr>
          <p:spPr>
            <a:xfrm>
              <a:off x="1588978" y="2437413"/>
              <a:ext cx="9002339" cy="7848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4500" dirty="0">
                  <a:solidFill>
                    <a:schemeClr val="bg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课题二    如何书写化学方程式</a:t>
              </a:r>
              <a:endParaRPr kumimoji="1" lang="en-US" altLang="zh-CN" sz="45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994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53">
            <a:extLst>
              <a:ext uri="{FF2B5EF4-FFF2-40B4-BE49-F238E27FC236}">
                <a16:creationId xmlns:a16="http://schemas.microsoft.com/office/drawing/2014/main" id="{0F6B4CED-0B50-7941-BF68-639ABFE790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5338748" y="1293004"/>
            <a:ext cx="7188955" cy="4079874"/>
          </a:xfrm>
          <a:prstGeom prst="rect">
            <a:avLst/>
          </a:prstGeom>
        </p:spPr>
      </p:pic>
      <p:sp>
        <p:nvSpPr>
          <p:cNvPr id="27" name="椭圆 26">
            <a:extLst>
              <a:ext uri="{FF2B5EF4-FFF2-40B4-BE49-F238E27FC236}">
                <a16:creationId xmlns:a16="http://schemas.microsoft.com/office/drawing/2014/main" id="{40A8D59A-0496-E049-99BE-C99B14CF5380}"/>
              </a:ext>
            </a:extLst>
          </p:cNvPr>
          <p:cNvSpPr/>
          <p:nvPr/>
        </p:nvSpPr>
        <p:spPr>
          <a:xfrm>
            <a:off x="741045" y="2114312"/>
            <a:ext cx="125730" cy="1257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13DD852-BD3E-474D-9EE5-332F69976091}"/>
              </a:ext>
            </a:extLst>
          </p:cNvPr>
          <p:cNvSpPr/>
          <p:nvPr/>
        </p:nvSpPr>
        <p:spPr>
          <a:xfrm rot="10800000">
            <a:off x="786130" y="-40514"/>
            <a:ext cx="36195" cy="2015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0BB13AB-09D3-9E46-9CE1-F0AC0D3BA8DA}"/>
              </a:ext>
            </a:extLst>
          </p:cNvPr>
          <p:cNvSpPr/>
          <p:nvPr/>
        </p:nvSpPr>
        <p:spPr>
          <a:xfrm>
            <a:off x="784860" y="2291477"/>
            <a:ext cx="36195" cy="1007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180E4681-7BCC-6742-92BE-5ED80B9D671E}"/>
              </a:ext>
            </a:extLst>
          </p:cNvPr>
          <p:cNvSpPr/>
          <p:nvPr/>
        </p:nvSpPr>
        <p:spPr>
          <a:xfrm>
            <a:off x="741680" y="3350657"/>
            <a:ext cx="125730" cy="1257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692A862-5F47-5E4F-B8C9-FA2BDD46D0A0}"/>
              </a:ext>
            </a:extLst>
          </p:cNvPr>
          <p:cNvSpPr/>
          <p:nvPr/>
        </p:nvSpPr>
        <p:spPr>
          <a:xfrm>
            <a:off x="785495" y="3527822"/>
            <a:ext cx="36195" cy="1007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DA4D0E67-DFCF-354F-BE15-74BACA7BC9B1}"/>
              </a:ext>
            </a:extLst>
          </p:cNvPr>
          <p:cNvSpPr/>
          <p:nvPr/>
        </p:nvSpPr>
        <p:spPr>
          <a:xfrm>
            <a:off x="742950" y="4587002"/>
            <a:ext cx="125730" cy="1257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9683CF3-CC4D-AE45-8C72-409BD75CEDE2}"/>
              </a:ext>
            </a:extLst>
          </p:cNvPr>
          <p:cNvSpPr/>
          <p:nvPr/>
        </p:nvSpPr>
        <p:spPr>
          <a:xfrm>
            <a:off x="786765" y="4764166"/>
            <a:ext cx="36195" cy="21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5DEDE54-B90A-934F-957E-B60626683015}"/>
              </a:ext>
            </a:extLst>
          </p:cNvPr>
          <p:cNvSpPr txBox="1"/>
          <p:nvPr/>
        </p:nvSpPr>
        <p:spPr>
          <a:xfrm>
            <a:off x="998398" y="613518"/>
            <a:ext cx="13131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学习目标</a:t>
            </a: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5C83DA61-A8E4-7441-BF9C-3245A4F976BA}"/>
              </a:ext>
            </a:extLst>
          </p:cNvPr>
          <p:cNvGrpSpPr/>
          <p:nvPr/>
        </p:nvGrpSpPr>
        <p:grpSpPr>
          <a:xfrm>
            <a:off x="819785" y="1810832"/>
            <a:ext cx="5560622" cy="961289"/>
            <a:chOff x="819785" y="1217980"/>
            <a:chExt cx="5560622" cy="961289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766783CE-AB6C-0244-BEA9-DE651C0EEF62}"/>
                </a:ext>
              </a:extLst>
            </p:cNvPr>
            <p:cNvSpPr txBox="1"/>
            <p:nvPr/>
          </p:nvSpPr>
          <p:spPr>
            <a:xfrm>
              <a:off x="819785" y="1292860"/>
              <a:ext cx="166433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lt"/>
                </a:rPr>
                <a:t>Part 01</a:t>
              </a: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71DD239A-B4F4-FD40-B18B-B801933D5BB8}"/>
                </a:ext>
              </a:extLst>
            </p:cNvPr>
            <p:cNvSpPr txBox="1"/>
            <p:nvPr/>
          </p:nvSpPr>
          <p:spPr>
            <a:xfrm>
              <a:off x="2399793" y="1217980"/>
              <a:ext cx="3980614" cy="961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通过分析具体的化学反应，理解化学方程式的含义。</a:t>
              </a:r>
              <a:endParaRPr lang="en-US" altLang="zh-CN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A79E3B15-E32F-2D4A-85F8-8E8190E57861}"/>
              </a:ext>
            </a:extLst>
          </p:cNvPr>
          <p:cNvGrpSpPr/>
          <p:nvPr/>
        </p:nvGrpSpPr>
        <p:grpSpPr>
          <a:xfrm>
            <a:off x="820420" y="3074635"/>
            <a:ext cx="5714167" cy="568757"/>
            <a:chOff x="820420" y="2481783"/>
            <a:chExt cx="5714167" cy="568757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75F15325-A868-ED40-B703-CAB6733A20A2}"/>
                </a:ext>
              </a:extLst>
            </p:cNvPr>
            <p:cNvSpPr txBox="1"/>
            <p:nvPr/>
          </p:nvSpPr>
          <p:spPr>
            <a:xfrm>
              <a:off x="820420" y="2528570"/>
              <a:ext cx="166433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lt"/>
                </a:rPr>
                <a:t>Part 02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D44ED495-B847-4247-A773-1F5C6583251C}"/>
                </a:ext>
              </a:extLst>
            </p:cNvPr>
            <p:cNvSpPr txBox="1"/>
            <p:nvPr/>
          </p:nvSpPr>
          <p:spPr>
            <a:xfrm>
              <a:off x="2399793" y="2481783"/>
              <a:ext cx="4134794" cy="499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理解书写化学方程式应遵守的原则。</a:t>
              </a:r>
              <a:endParaRPr lang="en-US" altLang="zh-CN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A4833BC0-922F-3848-94DF-FC4E25320075}"/>
              </a:ext>
            </a:extLst>
          </p:cNvPr>
          <p:cNvGrpSpPr/>
          <p:nvPr/>
        </p:nvGrpSpPr>
        <p:grpSpPr>
          <a:xfrm>
            <a:off x="821055" y="4310345"/>
            <a:ext cx="5472621" cy="570027"/>
            <a:chOff x="821055" y="3717493"/>
            <a:chExt cx="5472621" cy="570027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FCCD23EA-3031-CE48-A6C0-4F5EE8DE093E}"/>
                </a:ext>
              </a:extLst>
            </p:cNvPr>
            <p:cNvSpPr txBox="1"/>
            <p:nvPr/>
          </p:nvSpPr>
          <p:spPr>
            <a:xfrm>
              <a:off x="821055" y="3765550"/>
              <a:ext cx="166433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Microsoft YaHei Light" charset="-122"/>
                  <a:ea typeface="Microsoft YaHei Light" charset="-122"/>
                  <a:cs typeface="Microsoft YaHei Light" charset="-122"/>
                  <a:sym typeface="+mn-lt"/>
                </a:rPr>
                <a:t>Part 03</a:t>
              </a: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D4D0EB5-68B5-8440-B22E-BDA29BDBEB21}"/>
                </a:ext>
              </a:extLst>
            </p:cNvPr>
            <p:cNvSpPr txBox="1"/>
            <p:nvPr/>
          </p:nvSpPr>
          <p:spPr>
            <a:xfrm>
              <a:off x="2394848" y="3717493"/>
              <a:ext cx="3898828" cy="499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能正确是写简单的化学方程式。</a:t>
              </a:r>
              <a:endParaRPr lang="en-US" altLang="zh-CN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endParaRPr>
            </a:p>
          </p:txBody>
        </p:sp>
      </p:grpSp>
      <p:pic>
        <p:nvPicPr>
          <p:cNvPr id="55" name="图片 54">
            <a:extLst>
              <a:ext uri="{FF2B5EF4-FFF2-40B4-BE49-F238E27FC236}">
                <a16:creationId xmlns:a16="http://schemas.microsoft.com/office/drawing/2014/main" id="{7D804486-4CA2-2C41-83CE-B8FDC039B51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6851676" y="1345742"/>
            <a:ext cx="2066332" cy="311539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7DDD4F64-9B1E-834E-8F8C-B42747F6779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4691797" y="1900622"/>
            <a:ext cx="3301622" cy="251983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47FB8BC2-5D61-3048-8B1D-8F74C8016B6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8387139" y="5067444"/>
            <a:ext cx="1697064" cy="326102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E2CEB201-0A16-144E-98D5-1BF5A8E35B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6604" y="2998058"/>
            <a:ext cx="5196130" cy="72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97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3D4674DD-16B4-4749-AD28-D0AE1A61D6E5}"/>
              </a:ext>
            </a:extLst>
          </p:cNvPr>
          <p:cNvGrpSpPr/>
          <p:nvPr/>
        </p:nvGrpSpPr>
        <p:grpSpPr>
          <a:xfrm>
            <a:off x="2877980" y="1680572"/>
            <a:ext cx="6492783" cy="3802682"/>
            <a:chOff x="1261687" y="1444010"/>
            <a:chExt cx="6492783" cy="3802682"/>
          </a:xfrm>
        </p:grpSpPr>
        <p:sp>
          <p:nvSpPr>
            <p:cNvPr id="25" name="圆角矩形 18">
              <a:extLst>
                <a:ext uri="{FF2B5EF4-FFF2-40B4-BE49-F238E27FC236}">
                  <a16:creationId xmlns:a16="http://schemas.microsoft.com/office/drawing/2014/main" id="{B1C86804-A0BD-461F-A96D-665C4609437B}"/>
                </a:ext>
              </a:extLst>
            </p:cNvPr>
            <p:cNvSpPr/>
            <p:nvPr/>
          </p:nvSpPr>
          <p:spPr>
            <a:xfrm>
              <a:off x="1261687" y="1444010"/>
              <a:ext cx="6492783" cy="3802682"/>
            </a:xfrm>
            <a:prstGeom prst="roundRect">
              <a:avLst>
                <a:gd name="adj" fmla="val 491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1BA04AC-C242-4C5C-BACF-35C7ACD841F7}"/>
                </a:ext>
              </a:extLst>
            </p:cNvPr>
            <p:cNvSpPr/>
            <p:nvPr/>
          </p:nvSpPr>
          <p:spPr>
            <a:xfrm>
              <a:off x="1383617" y="3239739"/>
              <a:ext cx="210765" cy="21076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16B0ED28-51CB-4383-9950-AA6FFF6B76DF}"/>
                </a:ext>
              </a:extLst>
            </p:cNvPr>
            <p:cNvSpPr/>
            <p:nvPr/>
          </p:nvSpPr>
          <p:spPr>
            <a:xfrm>
              <a:off x="1735534" y="4636187"/>
              <a:ext cx="5779748" cy="327456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35" name="直接连接符 27">
            <a:extLst>
              <a:ext uri="{FF2B5EF4-FFF2-40B4-BE49-F238E27FC236}">
                <a16:creationId xmlns:a16="http://schemas.microsoft.com/office/drawing/2014/main" id="{928DFF9D-2DEE-4918-8EC0-8710A0311F3F}"/>
              </a:ext>
            </a:extLst>
          </p:cNvPr>
          <p:cNvCxnSpPr>
            <a:cxnSpLocks/>
          </p:cNvCxnSpPr>
          <p:nvPr/>
        </p:nvCxnSpPr>
        <p:spPr>
          <a:xfrm flipH="1">
            <a:off x="9081402" y="4896286"/>
            <a:ext cx="2795335" cy="0"/>
          </a:xfrm>
          <a:prstGeom prst="line">
            <a:avLst/>
          </a:prstGeom>
          <a:ln w="12700">
            <a:solidFill>
              <a:schemeClr val="bg1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42">
            <a:extLst>
              <a:ext uri="{FF2B5EF4-FFF2-40B4-BE49-F238E27FC236}">
                <a16:creationId xmlns:a16="http://schemas.microsoft.com/office/drawing/2014/main" id="{8764A566-4B85-435E-914B-EF316ADFA956}"/>
              </a:ext>
            </a:extLst>
          </p:cNvPr>
          <p:cNvCxnSpPr>
            <a:cxnSpLocks/>
          </p:cNvCxnSpPr>
          <p:nvPr/>
        </p:nvCxnSpPr>
        <p:spPr>
          <a:xfrm flipH="1">
            <a:off x="64461" y="2435167"/>
            <a:ext cx="4689446" cy="0"/>
          </a:xfrm>
          <a:prstGeom prst="line">
            <a:avLst/>
          </a:prstGeom>
          <a:ln w="12700">
            <a:solidFill>
              <a:schemeClr val="bg1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35B4C14F-A585-4844-8A5A-C5965DF7A150}"/>
              </a:ext>
            </a:extLst>
          </p:cNvPr>
          <p:cNvSpPr txBox="1"/>
          <p:nvPr/>
        </p:nvSpPr>
        <p:spPr>
          <a:xfrm>
            <a:off x="180768" y="1680572"/>
            <a:ext cx="25809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我们用什么方法来表示这个反应？</a:t>
            </a:r>
          </a:p>
        </p:txBody>
      </p:sp>
      <p:grpSp>
        <p:nvGrpSpPr>
          <p:cNvPr id="41" name="组 1">
            <a:extLst>
              <a:ext uri="{FF2B5EF4-FFF2-40B4-BE49-F238E27FC236}">
                <a16:creationId xmlns:a16="http://schemas.microsoft.com/office/drawing/2014/main" id="{E63448A5-6463-4A31-A378-E917BFAFEA2C}"/>
              </a:ext>
            </a:extLst>
          </p:cNvPr>
          <p:cNvGrpSpPr/>
          <p:nvPr/>
        </p:nvGrpSpPr>
        <p:grpSpPr>
          <a:xfrm>
            <a:off x="9492705" y="3679502"/>
            <a:ext cx="2618024" cy="1041651"/>
            <a:chOff x="9471413" y="1854412"/>
            <a:chExt cx="2618024" cy="1041651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33E2CE03-8FBF-44AB-B16F-966728CEE02F}"/>
                </a:ext>
              </a:extLst>
            </p:cNvPr>
            <p:cNvSpPr/>
            <p:nvPr/>
          </p:nvSpPr>
          <p:spPr>
            <a:xfrm>
              <a:off x="9471413" y="2038297"/>
              <a:ext cx="261802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 Light" charset="-122"/>
                </a:rPr>
                <a:t>碳 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 Light" charset="-122"/>
                </a:rPr>
                <a:t>+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 Light" charset="-122"/>
                </a:rPr>
                <a:t>氧气            二氧化碳</a:t>
              </a:r>
            </a:p>
          </p:txBody>
        </p:sp>
        <p:cxnSp>
          <p:nvCxnSpPr>
            <p:cNvPr id="43" name="直接箭头连接符 7">
              <a:extLst>
                <a:ext uri="{FF2B5EF4-FFF2-40B4-BE49-F238E27FC236}">
                  <a16:creationId xmlns:a16="http://schemas.microsoft.com/office/drawing/2014/main" id="{8D176872-F119-404E-9368-5BEFC2384685}"/>
                </a:ext>
              </a:extLst>
            </p:cNvPr>
            <p:cNvCxnSpPr/>
            <p:nvPr/>
          </p:nvCxnSpPr>
          <p:spPr>
            <a:xfrm>
              <a:off x="10629339" y="2207574"/>
              <a:ext cx="474910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376B5617-3F27-4AD5-9EB7-DD92E87EB523}"/>
                </a:ext>
              </a:extLst>
            </p:cNvPr>
            <p:cNvSpPr/>
            <p:nvPr/>
          </p:nvSpPr>
          <p:spPr>
            <a:xfrm>
              <a:off x="10579419" y="1854412"/>
              <a:ext cx="54373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 Light" charset="-122"/>
                </a:rPr>
                <a:t>点燃</a:t>
              </a: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261461AC-6679-455D-8C60-CB6B715A6463}"/>
                </a:ext>
              </a:extLst>
            </p:cNvPr>
            <p:cNvSpPr/>
            <p:nvPr/>
          </p:nvSpPr>
          <p:spPr>
            <a:xfrm>
              <a:off x="9471413" y="2495953"/>
              <a:ext cx="2384032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BA2E972C-33F9-402E-9E63-791879E7FB6B}"/>
                </a:ext>
              </a:extLst>
            </p:cNvPr>
            <p:cNvSpPr/>
            <p:nvPr/>
          </p:nvSpPr>
          <p:spPr>
            <a:xfrm>
              <a:off x="10415915" y="2422236"/>
              <a:ext cx="59503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+mn-ea"/>
                  <a:cs typeface="阿里巴巴普惠体 R" panose="00020600040101010101" pitchFamily="18" charset="-122"/>
                </a:rPr>
                <a:t>点燃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47" name="直接连接符 13">
              <a:extLst>
                <a:ext uri="{FF2B5EF4-FFF2-40B4-BE49-F238E27FC236}">
                  <a16:creationId xmlns:a16="http://schemas.microsoft.com/office/drawing/2014/main" id="{AB590804-A46F-4B22-AC61-DE945D91D98D}"/>
                </a:ext>
              </a:extLst>
            </p:cNvPr>
            <p:cNvCxnSpPr>
              <a:cxnSpLocks/>
            </p:cNvCxnSpPr>
            <p:nvPr/>
          </p:nvCxnSpPr>
          <p:spPr>
            <a:xfrm>
              <a:off x="10457005" y="2726786"/>
              <a:ext cx="51285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连接符 17">
              <a:extLst>
                <a:ext uri="{FF2B5EF4-FFF2-40B4-BE49-F238E27FC236}">
                  <a16:creationId xmlns:a16="http://schemas.microsoft.com/office/drawing/2014/main" id="{0C769195-CE6E-4C66-8F6C-DA38EB886132}"/>
                </a:ext>
              </a:extLst>
            </p:cNvPr>
            <p:cNvCxnSpPr>
              <a:cxnSpLocks/>
            </p:cNvCxnSpPr>
            <p:nvPr/>
          </p:nvCxnSpPr>
          <p:spPr>
            <a:xfrm>
              <a:off x="10457005" y="2792100"/>
              <a:ext cx="51285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53" name="图片 52">
            <a:extLst>
              <a:ext uri="{FF2B5EF4-FFF2-40B4-BE49-F238E27FC236}">
                <a16:creationId xmlns:a16="http://schemas.microsoft.com/office/drawing/2014/main" id="{775C5FE5-378C-403F-96D6-AD374005E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920" y="1920175"/>
            <a:ext cx="5909087" cy="3323016"/>
          </a:xfrm>
          <a:prstGeom prst="rect">
            <a:avLst/>
          </a:prstGeom>
        </p:spPr>
      </p:pic>
      <p:pic>
        <p:nvPicPr>
          <p:cNvPr id="61" name="图片 60">
            <a:hlinkClick r:id="rId3"/>
            <a:extLst>
              <a:ext uri="{FF2B5EF4-FFF2-40B4-BE49-F238E27FC236}">
                <a16:creationId xmlns:a16="http://schemas.microsoft.com/office/drawing/2014/main" id="{DE4DC437-693E-4CC4-9CFB-52D8DA1AA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3623" y="3280704"/>
            <a:ext cx="981496" cy="981496"/>
          </a:xfrm>
          <a:prstGeom prst="rect">
            <a:avLst/>
          </a:prstGeom>
        </p:spPr>
      </p:pic>
      <p:sp>
        <p:nvSpPr>
          <p:cNvPr id="64" name="文本框 63">
            <a:extLst>
              <a:ext uri="{FF2B5EF4-FFF2-40B4-BE49-F238E27FC236}">
                <a16:creationId xmlns:a16="http://schemas.microsoft.com/office/drawing/2014/main" id="{D745DE48-64D0-487B-8326-5E83EE54EC03}"/>
              </a:ext>
            </a:extLst>
          </p:cNvPr>
          <p:cNvSpPr txBox="1"/>
          <p:nvPr/>
        </p:nvSpPr>
        <p:spPr>
          <a:xfrm>
            <a:off x="3351827" y="2054466"/>
            <a:ext cx="2325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木炭的燃烧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AEBE59A-BAEB-40F8-B500-DC40A848FA0B}"/>
              </a:ext>
            </a:extLst>
          </p:cNvPr>
          <p:cNvSpPr/>
          <p:nvPr/>
        </p:nvSpPr>
        <p:spPr>
          <a:xfrm>
            <a:off x="3268891" y="4832778"/>
            <a:ext cx="5907116" cy="407397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394AFF-B419-4C41-A9F2-6B2B7C6F1650}"/>
              </a:ext>
            </a:extLst>
          </p:cNvPr>
          <p:cNvSpPr txBox="1"/>
          <p:nvPr/>
        </p:nvSpPr>
        <p:spPr>
          <a:xfrm>
            <a:off x="3948690" y="4896286"/>
            <a:ext cx="42557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3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需要完整免费素材，请</a:t>
            </a:r>
            <a:r>
              <a:rPr kumimoji="1" lang="zh-CN" altLang="en-US" sz="1350" dirty="0">
                <a:solidFill>
                  <a:schemeClr val="accent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点击上方按钮</a:t>
            </a:r>
            <a:r>
              <a:rPr kumimoji="1" lang="zh-CN" altLang="en-US" sz="13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下载火花插件</a:t>
            </a:r>
          </a:p>
        </p:txBody>
      </p:sp>
    </p:spTree>
    <p:extLst>
      <p:ext uri="{BB962C8B-B14F-4D97-AF65-F5344CB8AC3E}">
        <p14:creationId xmlns:p14="http://schemas.microsoft.com/office/powerpoint/2010/main" val="4266860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54355" y="7278739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2"/>
              <a:buChar char="u"/>
            </a:pPr>
            <a:r>
              <a:rPr kumimoji="1" lang="zh-CN" altLang="en-US" dirty="0"/>
              <a:t>实验与探究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369713" y="836028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实验名称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023464" y="914686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实验视频、图片</a:t>
            </a:r>
          </a:p>
        </p:txBody>
      </p:sp>
      <p:sp>
        <p:nvSpPr>
          <p:cNvPr id="5" name="梯形 4">
            <a:extLst>
              <a:ext uri="{FF2B5EF4-FFF2-40B4-BE49-F238E27FC236}">
                <a16:creationId xmlns:a16="http://schemas.microsoft.com/office/drawing/2014/main" id="{C6875379-C54A-0D42-AFF1-ACA7120AFAC0}"/>
              </a:ext>
            </a:extLst>
          </p:cNvPr>
          <p:cNvSpPr/>
          <p:nvPr/>
        </p:nvSpPr>
        <p:spPr>
          <a:xfrm rot="16200000">
            <a:off x="3110865" y="-1292225"/>
            <a:ext cx="9000490" cy="9442450"/>
          </a:xfrm>
          <a:prstGeom prst="trapezoid">
            <a:avLst>
              <a:gd name="adj" fmla="val 40376"/>
            </a:avLst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>
            <a:noFill/>
          </a:ln>
          <a:effectLst>
            <a:glow rad="139700">
              <a:srgbClr val="056B8E">
                <a:alpha val="25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BBE22E-1272-9844-B5E5-E6236C119F81}"/>
              </a:ext>
            </a:extLst>
          </p:cNvPr>
          <p:cNvSpPr txBox="1"/>
          <p:nvPr/>
        </p:nvSpPr>
        <p:spPr>
          <a:xfrm>
            <a:off x="1509395" y="1852295"/>
            <a:ext cx="3577590" cy="3153410"/>
          </a:xfrm>
          <a:prstGeom prst="rect">
            <a:avLst/>
          </a:prstGeom>
          <a:noFill/>
          <a:effectLst>
            <a:glow rad="1574800">
              <a:schemeClr val="accent6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r"/>
            <a:r>
              <a:rPr lang="en-US" altLang="zh-CN" sz="199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20D853B9-0F89-9940-9ABD-23A4AA9B4EA7}"/>
              </a:ext>
            </a:extLst>
          </p:cNvPr>
          <p:cNvSpPr/>
          <p:nvPr/>
        </p:nvSpPr>
        <p:spPr>
          <a:xfrm rot="16200000">
            <a:off x="5590693" y="-1278435"/>
            <a:ext cx="9000490" cy="9442450"/>
          </a:xfrm>
          <a:prstGeom prst="trapezoid">
            <a:avLst>
              <a:gd name="adj" fmla="val 40376"/>
            </a:avLst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>
            <a:noFill/>
          </a:ln>
          <a:effectLst>
            <a:glow rad="139700">
              <a:srgbClr val="056B8E">
                <a:alpha val="25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9300EA2-D965-2B4B-895C-DF110F792EF4}"/>
              </a:ext>
            </a:extLst>
          </p:cNvPr>
          <p:cNvSpPr txBox="1"/>
          <p:nvPr/>
        </p:nvSpPr>
        <p:spPr>
          <a:xfrm>
            <a:off x="5553130" y="2474202"/>
            <a:ext cx="6476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化学方程式的书写原则</a:t>
            </a:r>
            <a:endParaRPr kumimoji="1" lang="en-US" altLang="zh-CN" sz="48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4718C9AB-32A1-BE49-811E-4987B143A824}"/>
              </a:ext>
            </a:extLst>
          </p:cNvPr>
          <p:cNvSpPr/>
          <p:nvPr/>
        </p:nvSpPr>
        <p:spPr>
          <a:xfrm>
            <a:off x="5620687" y="3581517"/>
            <a:ext cx="2694371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16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1.</a:t>
            </a:r>
            <a:r>
              <a:rPr lang="zh-CN" altLang="en-US" sz="16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以客观事实为依据。</a:t>
            </a:r>
            <a:endParaRPr lang="en-US" altLang="zh-CN" sz="1600" dirty="0">
              <a:solidFill>
                <a:schemeClr val="bg1"/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4718C9AB-32A1-BE49-811E-4987B143A824}"/>
              </a:ext>
            </a:extLst>
          </p:cNvPr>
          <p:cNvSpPr/>
          <p:nvPr/>
        </p:nvSpPr>
        <p:spPr>
          <a:xfrm>
            <a:off x="5620687" y="4110976"/>
            <a:ext cx="3061840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16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2.</a:t>
            </a:r>
            <a:r>
              <a:rPr lang="zh-CN" altLang="en-US" sz="16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要遵守质量守恒定律。</a:t>
            </a:r>
            <a:r>
              <a:rPr lang="en-US" altLang="zh-CN" sz="1600" dirty="0">
                <a:solidFill>
                  <a:schemeClr val="bg1"/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endParaRPr lang="zh-CN" altLang="en-US" sz="1600" dirty="0">
              <a:solidFill>
                <a:schemeClr val="bg1"/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6617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B2EF84D1-0FCF-3246-B4B4-CDC384261947}"/>
              </a:ext>
            </a:extLst>
          </p:cNvPr>
          <p:cNvSpPr/>
          <p:nvPr/>
        </p:nvSpPr>
        <p:spPr>
          <a:xfrm>
            <a:off x="1459684" y="1915333"/>
            <a:ext cx="4295164" cy="2600752"/>
          </a:xfrm>
          <a:prstGeom prst="rect">
            <a:avLst/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23464" y="914686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实验视频、图片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82B6A7D-CBD5-48C4-B0F0-66DE1B89D35A}"/>
              </a:ext>
            </a:extLst>
          </p:cNvPr>
          <p:cNvSpPr/>
          <p:nvPr/>
        </p:nvSpPr>
        <p:spPr>
          <a:xfrm>
            <a:off x="6578408" y="1915333"/>
            <a:ext cx="4295164" cy="2600752"/>
          </a:xfrm>
          <a:prstGeom prst="rect">
            <a:avLst/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85A997-EB21-4CB5-9A6A-1EDE823F8A4A}"/>
              </a:ext>
            </a:extLst>
          </p:cNvPr>
          <p:cNvSpPr/>
          <p:nvPr/>
        </p:nvSpPr>
        <p:spPr>
          <a:xfrm>
            <a:off x="1891452" y="3053053"/>
            <a:ext cx="3495413" cy="10481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不能凭空臆造事实上不存     在的物质和化学反应。</a:t>
            </a:r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8FF0F8E8-6716-4294-B723-4552773BCEA6}"/>
              </a:ext>
            </a:extLst>
          </p:cNvPr>
          <p:cNvSpPr/>
          <p:nvPr/>
        </p:nvSpPr>
        <p:spPr>
          <a:xfrm>
            <a:off x="7042285" y="3049964"/>
            <a:ext cx="3150340" cy="10481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等号两边各原子的种类与数目必须相等。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546A582-649F-4972-AA13-5DA74520F7B5}"/>
              </a:ext>
            </a:extLst>
          </p:cNvPr>
          <p:cNvSpPr/>
          <p:nvPr/>
        </p:nvSpPr>
        <p:spPr>
          <a:xfrm>
            <a:off x="1743676" y="2176529"/>
            <a:ext cx="3916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1.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 必须以客观事实为依据。</a:t>
            </a:r>
            <a:endParaRPr lang="zh-CN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DE6365-F0F8-4019-9D80-056ABCDF2EA7}"/>
              </a:ext>
            </a:extLst>
          </p:cNvPr>
          <p:cNvSpPr/>
          <p:nvPr/>
        </p:nvSpPr>
        <p:spPr>
          <a:xfrm>
            <a:off x="6921650" y="2052942"/>
            <a:ext cx="3608680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latinLnBrk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2.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 要遵守质量守恒定律。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20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0" grpId="0" animBg="1"/>
      <p:bldP spid="2" grpId="0"/>
      <p:bldP spid="30" grpId="0"/>
      <p:bldP spid="3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BCB8AA3A-92C3-8A44-9E53-77951A22F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064" y="3642830"/>
            <a:ext cx="7188955" cy="407987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5C0BDD3-EA0B-D24F-BEE7-500C526118CC}"/>
              </a:ext>
            </a:extLst>
          </p:cNvPr>
          <p:cNvSpPr/>
          <p:nvPr/>
        </p:nvSpPr>
        <p:spPr>
          <a:xfrm>
            <a:off x="0" y="0"/>
            <a:ext cx="3138055" cy="6858000"/>
          </a:xfrm>
          <a:prstGeom prst="rect">
            <a:avLst/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01CEF9-9C70-7C4C-9C20-98C78B0A1162}"/>
              </a:ext>
            </a:extLst>
          </p:cNvPr>
          <p:cNvSpPr txBox="1"/>
          <p:nvPr/>
        </p:nvSpPr>
        <p:spPr>
          <a:xfrm>
            <a:off x="5858914" y="1916809"/>
            <a:ext cx="33267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思考与交流</a:t>
            </a:r>
            <a:endParaRPr kumimoji="1" lang="en-US" altLang="zh-CN" sz="48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2E7C9B7-F766-1F4F-AB54-E43166C5AA46}"/>
              </a:ext>
            </a:extLst>
          </p:cNvPr>
          <p:cNvSpPr/>
          <p:nvPr/>
        </p:nvSpPr>
        <p:spPr>
          <a:xfrm>
            <a:off x="6002702" y="3571079"/>
            <a:ext cx="53895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下列化学反应左右两边的原子个数是否相等？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CD3BCC7-B07F-AC43-84E6-C722F0074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530" y="1574244"/>
            <a:ext cx="718798" cy="370951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ED041F4-22E0-5D44-A66B-D407A21C9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532" y="1574244"/>
            <a:ext cx="716319" cy="370951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A1CC11F-CF0C-FE47-B2A8-15600BF2B5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6056" y="1432300"/>
            <a:ext cx="697089" cy="3851456"/>
          </a:xfrm>
          <a:prstGeom prst="rect">
            <a:avLst/>
          </a:prstGeom>
        </p:spPr>
      </p:pic>
      <p:sp>
        <p:nvSpPr>
          <p:cNvPr id="23" name="稻壳儿_刀客儿出品_10_1">
            <a:extLst>
              <a:ext uri="{FF2B5EF4-FFF2-40B4-BE49-F238E27FC236}">
                <a16:creationId xmlns:a16="http://schemas.microsoft.com/office/drawing/2014/main" id="{CACD73BA-F5CF-2D46-879D-A0D3C7AF35F7}"/>
              </a:ext>
            </a:extLst>
          </p:cNvPr>
          <p:cNvSpPr/>
          <p:nvPr/>
        </p:nvSpPr>
        <p:spPr>
          <a:xfrm>
            <a:off x="5752927" y="1845034"/>
            <a:ext cx="293631" cy="293631"/>
          </a:xfrm>
          <a:prstGeom prst="halfFrame">
            <a:avLst>
              <a:gd name="adj1" fmla="val 8889"/>
              <a:gd name="adj2" fmla="val 88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4" name="稻壳儿_刀客儿出品_10_2">
            <a:extLst>
              <a:ext uri="{FF2B5EF4-FFF2-40B4-BE49-F238E27FC236}">
                <a16:creationId xmlns:a16="http://schemas.microsoft.com/office/drawing/2014/main" id="{8C91A83A-1EAA-9E49-B6E8-130DC17895F0}"/>
              </a:ext>
            </a:extLst>
          </p:cNvPr>
          <p:cNvSpPr/>
          <p:nvPr/>
        </p:nvSpPr>
        <p:spPr>
          <a:xfrm flipH="1" flipV="1">
            <a:off x="8891993" y="2597116"/>
            <a:ext cx="293631" cy="293631"/>
          </a:xfrm>
          <a:prstGeom prst="halfFrame">
            <a:avLst>
              <a:gd name="adj1" fmla="val 8889"/>
              <a:gd name="adj2" fmla="val 88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2" name="组 1"/>
          <p:cNvGrpSpPr/>
          <p:nvPr/>
        </p:nvGrpSpPr>
        <p:grpSpPr>
          <a:xfrm>
            <a:off x="5959259" y="4072596"/>
            <a:ext cx="4484505" cy="587083"/>
            <a:chOff x="5959259" y="4072596"/>
            <a:chExt cx="4484505" cy="587083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409350C-897C-4FBE-82D2-2015399B7A24}"/>
                </a:ext>
              </a:extLst>
            </p:cNvPr>
            <p:cNvSpPr/>
            <p:nvPr/>
          </p:nvSpPr>
          <p:spPr>
            <a:xfrm>
              <a:off x="5959259" y="4213255"/>
              <a:ext cx="211147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B767C15-E48C-4844-921F-5A34A0480999}"/>
                </a:ext>
              </a:extLst>
            </p:cNvPr>
            <p:cNvSpPr/>
            <p:nvPr/>
          </p:nvSpPr>
          <p:spPr>
            <a:xfrm>
              <a:off x="6792319" y="4072596"/>
              <a:ext cx="6463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点燃</a:t>
              </a:r>
            </a:p>
          </p:txBody>
        </p:sp>
        <p:cxnSp>
          <p:nvCxnSpPr>
            <p:cNvPr id="14" name="直接连接符 6">
              <a:extLst>
                <a:ext uri="{FF2B5EF4-FFF2-40B4-BE49-F238E27FC236}">
                  <a16:creationId xmlns:a16="http://schemas.microsoft.com/office/drawing/2014/main" id="{40D60EEC-8BEA-40A3-A636-C0A496540AFC}"/>
                </a:ext>
              </a:extLst>
            </p:cNvPr>
            <p:cNvCxnSpPr>
              <a:cxnSpLocks/>
            </p:cNvCxnSpPr>
            <p:nvPr/>
          </p:nvCxnSpPr>
          <p:spPr>
            <a:xfrm>
              <a:off x="6859057" y="4429812"/>
              <a:ext cx="51285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连接符 7">
              <a:extLst>
                <a:ext uri="{FF2B5EF4-FFF2-40B4-BE49-F238E27FC236}">
                  <a16:creationId xmlns:a16="http://schemas.microsoft.com/office/drawing/2014/main" id="{04559B4B-07CF-4D8A-8BA3-F83065A31844}"/>
                </a:ext>
              </a:extLst>
            </p:cNvPr>
            <p:cNvCxnSpPr>
              <a:cxnSpLocks/>
            </p:cNvCxnSpPr>
            <p:nvPr/>
          </p:nvCxnSpPr>
          <p:spPr>
            <a:xfrm>
              <a:off x="6859057" y="4495126"/>
              <a:ext cx="51285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D46FEA4-131E-4757-AD96-41823984A14D}"/>
                </a:ext>
              </a:extLst>
            </p:cNvPr>
            <p:cNvSpPr/>
            <p:nvPr/>
          </p:nvSpPr>
          <p:spPr>
            <a:xfrm>
              <a:off x="8324273" y="4259569"/>
              <a:ext cx="211949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 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zh-CN" altLang="en-US" sz="20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BF09FE1-13C6-4AD3-B63C-DD34DA662C46}"/>
                </a:ext>
              </a:extLst>
            </p:cNvPr>
            <p:cNvSpPr/>
            <p:nvPr/>
          </p:nvSpPr>
          <p:spPr>
            <a:xfrm>
              <a:off x="9243535" y="4090292"/>
              <a:ext cx="6463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点燃</a:t>
              </a:r>
            </a:p>
          </p:txBody>
        </p:sp>
        <p:cxnSp>
          <p:nvCxnSpPr>
            <p:cNvPr id="18" name="直接箭头连接符 12">
              <a:extLst>
                <a:ext uri="{FF2B5EF4-FFF2-40B4-BE49-F238E27FC236}">
                  <a16:creationId xmlns:a16="http://schemas.microsoft.com/office/drawing/2014/main" id="{594ADFC5-8C86-4520-894A-B1D3C57BE5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90651" y="4436637"/>
              <a:ext cx="552100" cy="7598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39794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1CAECB35-79C1-524F-BBF9-0D23977103B4}"/>
              </a:ext>
            </a:extLst>
          </p:cNvPr>
          <p:cNvSpPr/>
          <p:nvPr/>
        </p:nvSpPr>
        <p:spPr>
          <a:xfrm>
            <a:off x="0" y="1189434"/>
            <a:ext cx="7772400" cy="4479132"/>
          </a:xfrm>
          <a:prstGeom prst="rect">
            <a:avLst/>
          </a:prstGeom>
          <a:gradFill>
            <a:gsLst>
              <a:gs pos="0">
                <a:srgbClr val="056B8E">
                  <a:alpha val="50000"/>
                </a:srgbClr>
              </a:gs>
              <a:gs pos="100000">
                <a:srgbClr val="058D7D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EF69A44-E222-7149-8E1C-57BAFCCA7742}"/>
              </a:ext>
            </a:extLst>
          </p:cNvPr>
          <p:cNvSpPr/>
          <p:nvPr/>
        </p:nvSpPr>
        <p:spPr>
          <a:xfrm>
            <a:off x="1" y="1938814"/>
            <a:ext cx="320039" cy="2980373"/>
          </a:xfrm>
          <a:prstGeom prst="rect">
            <a:avLst/>
          </a:prstGeom>
          <a:solidFill>
            <a:srgbClr val="056B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 1"/>
          <p:cNvGrpSpPr/>
          <p:nvPr/>
        </p:nvGrpSpPr>
        <p:grpSpPr>
          <a:xfrm>
            <a:off x="3211212" y="1365300"/>
            <a:ext cx="5679352" cy="2223799"/>
            <a:chOff x="583450" y="1486593"/>
            <a:chExt cx="5679352" cy="2223799"/>
          </a:xfrm>
        </p:grpSpPr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AA11B0B6-8D79-4645-8ABA-025D754477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5526" y="2158105"/>
              <a:ext cx="33534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9pPr>
            </a:lstStyle>
            <a:p>
              <a:pPr eaLnBrk="1" hangingPunct="1"/>
              <a:r>
                <a:rPr kumimoji="0"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 Light" charset="-122"/>
                </a:rPr>
                <a:t>1</a:t>
              </a:r>
            </a:p>
          </p:txBody>
        </p:sp>
        <p:grpSp>
          <p:nvGrpSpPr>
            <p:cNvPr id="3" name="组 2"/>
            <p:cNvGrpSpPr/>
            <p:nvPr/>
          </p:nvGrpSpPr>
          <p:grpSpPr>
            <a:xfrm>
              <a:off x="583450" y="1486593"/>
              <a:ext cx="5679352" cy="2223799"/>
              <a:chOff x="578013" y="1172828"/>
              <a:chExt cx="5679352" cy="2223799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409350C-897C-4FBE-82D2-2015399B7A24}"/>
                  </a:ext>
                </a:extLst>
              </p:cNvPr>
              <p:cNvSpPr/>
              <p:nvPr/>
            </p:nvSpPr>
            <p:spPr>
              <a:xfrm>
                <a:off x="2581411" y="1331530"/>
                <a:ext cx="326563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     O</a:t>
                </a:r>
                <a:r>
                  <a:rPr lang="en-US" altLang="zh-CN" sz="24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</a:t>
                </a:r>
                <a:r>
                  <a:rPr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</a:t>
                </a:r>
                <a:r>
                  <a:rPr lang="en-US" altLang="zh-CN" sz="24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24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B767C15-E48C-4844-921F-5A34A0480999}"/>
                  </a:ext>
                </a:extLst>
              </p:cNvPr>
              <p:cNvSpPr/>
              <p:nvPr/>
            </p:nvSpPr>
            <p:spPr>
              <a:xfrm>
                <a:off x="4479756" y="1172828"/>
                <a:ext cx="59503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/>
                    </a:solidFill>
                    <a:latin typeface="Microsoft YaHei Light" charset="-122"/>
                    <a:ea typeface="Microsoft YaHei Light" charset="-122"/>
                    <a:cs typeface="Microsoft YaHei Light" charset="-122"/>
                  </a:rPr>
                  <a:t>点燃</a:t>
                </a:r>
              </a:p>
            </p:txBody>
          </p:sp>
          <p:cxnSp>
            <p:nvCxnSpPr>
              <p:cNvPr id="11" name="直接连接符 6">
                <a:extLst>
                  <a:ext uri="{FF2B5EF4-FFF2-40B4-BE49-F238E27FC236}">
                    <a16:creationId xmlns:a16="http://schemas.microsoft.com/office/drawing/2014/main" id="{40D60EEC-8BEA-40A3-A636-C0A496540A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20846" y="1558766"/>
                <a:ext cx="51285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7">
                <a:extLst>
                  <a:ext uri="{FF2B5EF4-FFF2-40B4-BE49-F238E27FC236}">
                    <a16:creationId xmlns:a16="http://schemas.microsoft.com/office/drawing/2014/main" id="{04559B4B-07CF-4D8A-8BA3-F83065A318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20846" y="1624080"/>
                <a:ext cx="51285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Text Box 14">
                <a:extLst>
                  <a:ext uri="{FF2B5EF4-FFF2-40B4-BE49-F238E27FC236}">
                    <a16:creationId xmlns:a16="http://schemas.microsoft.com/office/drawing/2014/main" id="{B7A04407-D77C-4640-9367-38D669D37F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6068" y="1844340"/>
                <a:ext cx="150714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9pPr>
              </a:lstStyle>
              <a:p>
                <a:pPr eaLnBrk="1" hangingPunct="1"/>
                <a:r>
                  <a:rPr kumimoji="0" lang="en-US" altLang="zh-CN" sz="2000" dirty="0">
                    <a:solidFill>
                      <a:schemeClr val="bg1"/>
                    </a:solidFill>
                    <a:latin typeface="Times New Roman" charset="0"/>
                    <a:ea typeface="Times New Roman" charset="0"/>
                    <a:cs typeface="Times New Roman" charset="0"/>
                  </a:rPr>
                  <a:t>C</a:t>
                </a:r>
                <a:r>
                  <a:rPr kumimoji="0" lang="zh-CN" altLang="en-US" sz="2000" dirty="0">
                    <a:solidFill>
                      <a:schemeClr val="bg1"/>
                    </a:solidFill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kumimoji="0"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 Light" charset="-122"/>
                  </a:rPr>
                  <a:t>原子个数</a:t>
                </a:r>
                <a:r>
                  <a:rPr kumimoji="0"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 Light" charset="-122"/>
                  </a:rPr>
                  <a:t>:</a:t>
                </a:r>
              </a:p>
            </p:txBody>
          </p:sp>
          <p:sp>
            <p:nvSpPr>
              <p:cNvPr id="15" name="Text Box 17">
                <a:extLst>
                  <a:ext uri="{FF2B5EF4-FFF2-40B4-BE49-F238E27FC236}">
                    <a16:creationId xmlns:a16="http://schemas.microsoft.com/office/drawing/2014/main" id="{D0E5A718-9C02-4A6E-8AE7-52D187630B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0540" y="2340807"/>
                <a:ext cx="216058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9pPr>
              </a:lstStyle>
              <a:p>
                <a:pPr eaLnBrk="1" hangingPunct="1"/>
                <a:r>
                  <a:rPr kumimoji="0" lang="en-US" altLang="zh-CN" sz="2000" dirty="0">
                    <a:solidFill>
                      <a:schemeClr val="bg1"/>
                    </a:solidFill>
                    <a:latin typeface="Times New Roman" charset="0"/>
                    <a:ea typeface="Times New Roman" charset="0"/>
                    <a:cs typeface="Times New Roman" charset="0"/>
                  </a:rPr>
                  <a:t>O</a:t>
                </a:r>
                <a:r>
                  <a:rPr kumimoji="0" lang="zh-CN" altLang="en-US" sz="2000" dirty="0">
                    <a:solidFill>
                      <a:schemeClr val="bg1"/>
                    </a:solidFill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kumimoji="0"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原子个数</a:t>
                </a:r>
                <a:r>
                  <a:rPr kumimoji="0"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</a:p>
            </p:txBody>
          </p:sp>
          <p:sp>
            <p:nvSpPr>
              <p:cNvPr id="16" name="Text Box 18">
                <a:extLst>
                  <a:ext uri="{FF2B5EF4-FFF2-40B4-BE49-F238E27FC236}">
                    <a16:creationId xmlns:a16="http://schemas.microsoft.com/office/drawing/2014/main" id="{CA78045A-1C45-4C48-84B1-818ACC2A24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9677" y="2331674"/>
                <a:ext cx="33534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9pPr>
              </a:lstStyle>
              <a:p>
                <a:pPr eaLnBrk="1" hangingPunct="1"/>
                <a:r>
                  <a:rPr kumimoji="0"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 Light" charset="-122"/>
                  </a:rPr>
                  <a:t>2</a:t>
                </a:r>
              </a:p>
            </p:txBody>
          </p:sp>
          <p:sp>
            <p:nvSpPr>
              <p:cNvPr id="17" name="Text Box 19">
                <a:extLst>
                  <a:ext uri="{FF2B5EF4-FFF2-40B4-BE49-F238E27FC236}">
                    <a16:creationId xmlns:a16="http://schemas.microsoft.com/office/drawing/2014/main" id="{38E9A226-56FD-4929-83B0-5E0031EE55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97475" y="2340807"/>
                <a:ext cx="33534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9pPr>
              </a:lstStyle>
              <a:p>
                <a:pPr eaLnBrk="1" hangingPunct="1"/>
                <a:r>
                  <a:rPr kumimoji="0"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 Light" charset="-122"/>
                  </a:rPr>
                  <a:t>2</a:t>
                </a:r>
              </a:p>
            </p:txBody>
          </p:sp>
          <p:sp>
            <p:nvSpPr>
              <p:cNvPr id="18" name="Text Box 21">
                <a:extLst>
                  <a:ext uri="{FF2B5EF4-FFF2-40B4-BE49-F238E27FC236}">
                    <a16:creationId xmlns:a16="http://schemas.microsoft.com/office/drawing/2014/main" id="{1954DA8D-EA11-4D4E-938F-20118985FF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6068" y="2996517"/>
                <a:ext cx="152798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9pPr>
              </a:lstStyle>
              <a:p>
                <a:pPr eaLnBrk="1" hangingPunct="1"/>
                <a:r>
                  <a:rPr kumimoji="0"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 Light" charset="-122"/>
                  </a:rPr>
                  <a:t>原子总个数</a:t>
                </a:r>
                <a:r>
                  <a:rPr kumimoji="0"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 Light" charset="-122"/>
                  </a:rPr>
                  <a:t>:</a:t>
                </a:r>
                <a:endParaRPr kumimoji="0"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 Light" charset="-122"/>
                </a:endParaRPr>
              </a:p>
            </p:txBody>
          </p:sp>
          <p:sp>
            <p:nvSpPr>
              <p:cNvPr id="19" name="Text Box 22">
                <a:extLst>
                  <a:ext uri="{FF2B5EF4-FFF2-40B4-BE49-F238E27FC236}">
                    <a16:creationId xmlns:a16="http://schemas.microsoft.com/office/drawing/2014/main" id="{E9128C9D-D7C6-497B-9CFD-C97EB2DEF9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505" y="2996517"/>
                <a:ext cx="33534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9pPr>
              </a:lstStyle>
              <a:p>
                <a:pPr eaLnBrk="1" hangingPunct="1"/>
                <a:r>
                  <a:rPr kumimoji="0"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 Light" charset="-122"/>
                  </a:rPr>
                  <a:t>3</a:t>
                </a:r>
              </a:p>
            </p:txBody>
          </p:sp>
          <p:sp>
            <p:nvSpPr>
              <p:cNvPr id="20" name="Text Box 23">
                <a:extLst>
                  <a:ext uri="{FF2B5EF4-FFF2-40B4-BE49-F238E27FC236}">
                    <a16:creationId xmlns:a16="http://schemas.microsoft.com/office/drawing/2014/main" id="{0AD50972-2764-4D20-BFDE-61FC6EE941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08257" y="2996517"/>
                <a:ext cx="33534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9pPr>
              </a:lstStyle>
              <a:p>
                <a:pPr eaLnBrk="1" hangingPunct="1"/>
                <a:r>
                  <a:rPr kumimoji="0"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 Light" charset="-122"/>
                  </a:rPr>
                  <a:t>3</a:t>
                </a:r>
              </a:p>
            </p:txBody>
          </p:sp>
          <p:sp>
            <p:nvSpPr>
              <p:cNvPr id="22" name="Text Box 15">
                <a:extLst>
                  <a:ext uri="{FF2B5EF4-FFF2-40B4-BE49-F238E27FC236}">
                    <a16:creationId xmlns:a16="http://schemas.microsoft.com/office/drawing/2014/main" id="{211B4FFE-C2EF-429D-875F-45ABE494E8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1539" y="1844340"/>
                <a:ext cx="33534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9pPr>
              </a:lstStyle>
              <a:p>
                <a:pPr eaLnBrk="1" hangingPunct="1"/>
                <a:r>
                  <a:rPr kumimoji="0"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 Light" charset="-122"/>
                  </a:rPr>
                  <a:t>1</a:t>
                </a:r>
              </a:p>
            </p:txBody>
          </p:sp>
          <p:cxnSp>
            <p:nvCxnSpPr>
              <p:cNvPr id="23" name="直接连接符 20">
                <a:extLst>
                  <a:ext uri="{FF2B5EF4-FFF2-40B4-BE49-F238E27FC236}">
                    <a16:creationId xmlns:a16="http://schemas.microsoft.com/office/drawing/2014/main" id="{19306FF4-EC7F-4D78-AECA-6E090CFD9B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8013" y="2862137"/>
                <a:ext cx="5679352" cy="14108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矩形 4"/>
          <p:cNvSpPr/>
          <p:nvPr/>
        </p:nvSpPr>
        <p:spPr>
          <a:xfrm>
            <a:off x="3289267" y="3846330"/>
            <a:ext cx="5679352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该化学方程式等号两边的原子种类和数目都相等，这个化学方程式我们称配平了。</a:t>
            </a:r>
          </a:p>
        </p:txBody>
      </p:sp>
    </p:spTree>
    <p:extLst>
      <p:ext uri="{BB962C8B-B14F-4D97-AF65-F5344CB8AC3E}">
        <p14:creationId xmlns:p14="http://schemas.microsoft.com/office/powerpoint/2010/main" val="188470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1CAECB35-79C1-524F-BBF9-0D23977103B4}"/>
              </a:ext>
            </a:extLst>
          </p:cNvPr>
          <p:cNvSpPr/>
          <p:nvPr/>
        </p:nvSpPr>
        <p:spPr>
          <a:xfrm>
            <a:off x="0" y="1189434"/>
            <a:ext cx="7772400" cy="4479132"/>
          </a:xfrm>
          <a:prstGeom prst="rect">
            <a:avLst/>
          </a:prstGeom>
          <a:gradFill>
            <a:gsLst>
              <a:gs pos="0">
                <a:srgbClr val="056B8E">
                  <a:alpha val="50000"/>
                </a:srgbClr>
              </a:gs>
              <a:gs pos="100000">
                <a:srgbClr val="058D7D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EF69A44-E222-7149-8E1C-57BAFCCA7742}"/>
              </a:ext>
            </a:extLst>
          </p:cNvPr>
          <p:cNvSpPr/>
          <p:nvPr/>
        </p:nvSpPr>
        <p:spPr>
          <a:xfrm>
            <a:off x="1" y="1938814"/>
            <a:ext cx="320039" cy="2980373"/>
          </a:xfrm>
          <a:prstGeom prst="rect">
            <a:avLst/>
          </a:prstGeom>
          <a:solidFill>
            <a:srgbClr val="056B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 5"/>
          <p:cNvGrpSpPr/>
          <p:nvPr/>
        </p:nvGrpSpPr>
        <p:grpSpPr>
          <a:xfrm>
            <a:off x="583450" y="1585798"/>
            <a:ext cx="5679352" cy="2124594"/>
            <a:chOff x="583450" y="1585798"/>
            <a:chExt cx="5679352" cy="2124594"/>
          </a:xfrm>
        </p:grpSpPr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AA11B0B6-8D79-4645-8ABA-025D754477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5526" y="2158105"/>
              <a:ext cx="33534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9pPr>
            </a:lstStyle>
            <a:p>
              <a:pPr eaLnBrk="1" hangingPunct="1"/>
              <a:r>
                <a:rPr kumimoji="0"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 Light" charset="-122"/>
                </a:rPr>
                <a:t>2</a:t>
              </a:r>
            </a:p>
          </p:txBody>
        </p:sp>
        <p:grpSp>
          <p:nvGrpSpPr>
            <p:cNvPr id="3" name="组 2"/>
            <p:cNvGrpSpPr/>
            <p:nvPr/>
          </p:nvGrpSpPr>
          <p:grpSpPr>
            <a:xfrm>
              <a:off x="583450" y="1585798"/>
              <a:ext cx="5679352" cy="2124594"/>
              <a:chOff x="578013" y="1272033"/>
              <a:chExt cx="5679352" cy="2124594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409350C-897C-4FBE-82D2-2015399B7A24}"/>
                  </a:ext>
                </a:extLst>
              </p:cNvPr>
              <p:cNvSpPr/>
              <p:nvPr/>
            </p:nvSpPr>
            <p:spPr>
              <a:xfrm>
                <a:off x="2581411" y="1331530"/>
                <a:ext cx="340349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CN" sz="24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     O</a:t>
                </a:r>
                <a:r>
                  <a:rPr lang="en-US" altLang="zh-CN" sz="24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</a:t>
                </a:r>
                <a:r>
                  <a:rPr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CN" sz="24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zh-CN" altLang="en-US" sz="24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B767C15-E48C-4844-921F-5A34A0480999}"/>
                  </a:ext>
                </a:extLst>
              </p:cNvPr>
              <p:cNvSpPr/>
              <p:nvPr/>
            </p:nvSpPr>
            <p:spPr>
              <a:xfrm>
                <a:off x="4489266" y="1272033"/>
                <a:ext cx="59503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 Light" charset="-122"/>
                  </a:rPr>
                  <a:t>点燃</a:t>
                </a:r>
              </a:p>
            </p:txBody>
          </p:sp>
          <p:sp>
            <p:nvSpPr>
              <p:cNvPr id="13" name="Text Box 14">
                <a:extLst>
                  <a:ext uri="{FF2B5EF4-FFF2-40B4-BE49-F238E27FC236}">
                    <a16:creationId xmlns:a16="http://schemas.microsoft.com/office/drawing/2014/main" id="{B7A04407-D77C-4640-9367-38D669D37F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6068" y="1844340"/>
                <a:ext cx="152317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9pPr>
              </a:lstStyle>
              <a:p>
                <a:pPr eaLnBrk="1" hangingPunct="1"/>
                <a:r>
                  <a:rPr kumimoji="0" lang="en-US" altLang="zh-CN" sz="2000" dirty="0">
                    <a:solidFill>
                      <a:schemeClr val="bg1"/>
                    </a:solidFill>
                    <a:latin typeface="Times New Roman" charset="0"/>
                    <a:ea typeface="Times New Roman" charset="0"/>
                    <a:cs typeface="Times New Roman" charset="0"/>
                  </a:rPr>
                  <a:t>H</a:t>
                </a:r>
                <a:r>
                  <a:rPr kumimoji="0" lang="zh-CN" altLang="en-US" sz="2000" dirty="0">
                    <a:solidFill>
                      <a:schemeClr val="bg1"/>
                    </a:solidFill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kumimoji="0"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 Light" charset="-122"/>
                  </a:rPr>
                  <a:t>原子个数</a:t>
                </a:r>
                <a:r>
                  <a:rPr kumimoji="0"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 Light" charset="-122"/>
                  </a:rPr>
                  <a:t>:</a:t>
                </a:r>
              </a:p>
            </p:txBody>
          </p:sp>
          <p:sp>
            <p:nvSpPr>
              <p:cNvPr id="15" name="Text Box 17">
                <a:extLst>
                  <a:ext uri="{FF2B5EF4-FFF2-40B4-BE49-F238E27FC236}">
                    <a16:creationId xmlns:a16="http://schemas.microsoft.com/office/drawing/2014/main" id="{D0E5A718-9C02-4A6E-8AE7-52D187630B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0540" y="2340807"/>
                <a:ext cx="216058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9pPr>
              </a:lstStyle>
              <a:p>
                <a:pPr eaLnBrk="1" hangingPunct="1"/>
                <a:r>
                  <a:rPr kumimoji="0" lang="en-US" altLang="zh-CN" sz="2000" dirty="0">
                    <a:solidFill>
                      <a:schemeClr val="bg1"/>
                    </a:solidFill>
                    <a:latin typeface="Times New Roman" charset="0"/>
                    <a:ea typeface="Times New Roman" charset="0"/>
                    <a:cs typeface="Times New Roman" charset="0"/>
                  </a:rPr>
                  <a:t>O</a:t>
                </a:r>
                <a:r>
                  <a:rPr kumimoji="0" lang="zh-CN" altLang="en-US" sz="2000" dirty="0">
                    <a:solidFill>
                      <a:schemeClr val="bg1"/>
                    </a:solidFill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kumimoji="0"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原子个数</a:t>
                </a:r>
                <a:r>
                  <a:rPr kumimoji="0"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</a:p>
            </p:txBody>
          </p:sp>
          <p:sp>
            <p:nvSpPr>
              <p:cNvPr id="16" name="Text Box 18">
                <a:extLst>
                  <a:ext uri="{FF2B5EF4-FFF2-40B4-BE49-F238E27FC236}">
                    <a16:creationId xmlns:a16="http://schemas.microsoft.com/office/drawing/2014/main" id="{CA78045A-1C45-4C48-84B1-818ACC2A24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45039" y="2340807"/>
                <a:ext cx="33534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9pPr>
              </a:lstStyle>
              <a:p>
                <a:pPr eaLnBrk="1" hangingPunct="1"/>
                <a:r>
                  <a:rPr kumimoji="0"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 Light" charset="-122"/>
                  </a:rPr>
                  <a:t>2</a:t>
                </a:r>
              </a:p>
            </p:txBody>
          </p:sp>
          <p:sp>
            <p:nvSpPr>
              <p:cNvPr id="17" name="Text Box 19">
                <a:extLst>
                  <a:ext uri="{FF2B5EF4-FFF2-40B4-BE49-F238E27FC236}">
                    <a16:creationId xmlns:a16="http://schemas.microsoft.com/office/drawing/2014/main" id="{38E9A226-56FD-4929-83B0-5E0031EE55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85891" y="2327367"/>
                <a:ext cx="33534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9pPr>
              </a:lstStyle>
              <a:p>
                <a:pPr eaLnBrk="1" hangingPunct="1"/>
                <a:r>
                  <a:rPr kumimoji="0"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 Light" charset="-122"/>
                  </a:rPr>
                  <a:t>1</a:t>
                </a:r>
              </a:p>
            </p:txBody>
          </p:sp>
          <p:sp>
            <p:nvSpPr>
              <p:cNvPr id="18" name="Text Box 21">
                <a:extLst>
                  <a:ext uri="{FF2B5EF4-FFF2-40B4-BE49-F238E27FC236}">
                    <a16:creationId xmlns:a16="http://schemas.microsoft.com/office/drawing/2014/main" id="{1954DA8D-EA11-4D4E-938F-20118985FF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6068" y="2996517"/>
                <a:ext cx="152798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9pPr>
              </a:lstStyle>
              <a:p>
                <a:pPr eaLnBrk="1" hangingPunct="1"/>
                <a:r>
                  <a:rPr kumimoji="0"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 Light" charset="-122"/>
                  </a:rPr>
                  <a:t>原子总个数</a:t>
                </a:r>
                <a:r>
                  <a:rPr kumimoji="0"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 Light" charset="-122"/>
                  </a:rPr>
                  <a:t>:</a:t>
                </a:r>
                <a:endParaRPr kumimoji="0"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 Light" charset="-122"/>
                </a:endParaRPr>
              </a:p>
            </p:txBody>
          </p:sp>
          <p:sp>
            <p:nvSpPr>
              <p:cNvPr id="19" name="Text Box 22">
                <a:extLst>
                  <a:ext uri="{FF2B5EF4-FFF2-40B4-BE49-F238E27FC236}">
                    <a16:creationId xmlns:a16="http://schemas.microsoft.com/office/drawing/2014/main" id="{E9128C9D-D7C6-497B-9CFD-C97EB2DEF9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505" y="2996517"/>
                <a:ext cx="33214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9pPr>
              </a:lstStyle>
              <a:p>
                <a:pPr eaLnBrk="1" hangingPunct="1"/>
                <a:r>
                  <a:rPr kumimoji="0"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 Light" charset="-122"/>
                  </a:rPr>
                  <a:t>4</a:t>
                </a:r>
              </a:p>
            </p:txBody>
          </p:sp>
          <p:sp>
            <p:nvSpPr>
              <p:cNvPr id="20" name="Text Box 23">
                <a:extLst>
                  <a:ext uri="{FF2B5EF4-FFF2-40B4-BE49-F238E27FC236}">
                    <a16:creationId xmlns:a16="http://schemas.microsoft.com/office/drawing/2014/main" id="{0AD50972-2764-4D20-BFDE-61FC6EE941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08257" y="2996517"/>
                <a:ext cx="33534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9pPr>
              </a:lstStyle>
              <a:p>
                <a:pPr eaLnBrk="1" hangingPunct="1"/>
                <a:r>
                  <a:rPr kumimoji="0"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 Light" charset="-122"/>
                  </a:rPr>
                  <a:t>3</a:t>
                </a:r>
              </a:p>
            </p:txBody>
          </p:sp>
          <p:sp>
            <p:nvSpPr>
              <p:cNvPr id="22" name="Text Box 15">
                <a:extLst>
                  <a:ext uri="{FF2B5EF4-FFF2-40B4-BE49-F238E27FC236}">
                    <a16:creationId xmlns:a16="http://schemas.microsoft.com/office/drawing/2014/main" id="{211B4FFE-C2EF-429D-875F-45ABE494E8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3296" y="1844340"/>
                <a:ext cx="33534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ulim" panose="020B0600000101010101" pitchFamily="34" charset="-127"/>
                    <a:ea typeface="Gulim" panose="020B0600000101010101" pitchFamily="34" charset="-127"/>
                  </a:defRPr>
                </a:lvl9pPr>
              </a:lstStyle>
              <a:p>
                <a:pPr eaLnBrk="1" hangingPunct="1"/>
                <a:r>
                  <a:rPr kumimoji="0"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 Light" charset="-122"/>
                  </a:rPr>
                  <a:t>2</a:t>
                </a:r>
              </a:p>
            </p:txBody>
          </p:sp>
          <p:cxnSp>
            <p:nvCxnSpPr>
              <p:cNvPr id="23" name="直接连接符 20">
                <a:extLst>
                  <a:ext uri="{FF2B5EF4-FFF2-40B4-BE49-F238E27FC236}">
                    <a16:creationId xmlns:a16="http://schemas.microsoft.com/office/drawing/2014/main" id="{19306FF4-EC7F-4D78-AECA-6E090CFD9B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8013" y="2862137"/>
                <a:ext cx="5679352" cy="14108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1" name="直接箭头连接符 12">
            <a:extLst>
              <a:ext uri="{FF2B5EF4-FFF2-40B4-BE49-F238E27FC236}">
                <a16:creationId xmlns:a16="http://schemas.microsoft.com/office/drawing/2014/main" id="{594ADFC5-8C86-4520-894A-B1D3C57BE514}"/>
              </a:ext>
            </a:extLst>
          </p:cNvPr>
          <p:cNvCxnSpPr>
            <a:cxnSpLocks/>
          </p:cNvCxnSpPr>
          <p:nvPr/>
        </p:nvCxnSpPr>
        <p:spPr>
          <a:xfrm flipV="1">
            <a:off x="4458835" y="1915465"/>
            <a:ext cx="698613" cy="3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" name="组 6"/>
          <p:cNvGrpSpPr/>
          <p:nvPr/>
        </p:nvGrpSpPr>
        <p:grpSpPr>
          <a:xfrm>
            <a:off x="643773" y="3710640"/>
            <a:ext cx="6341779" cy="1670778"/>
            <a:chOff x="643773" y="3710640"/>
            <a:chExt cx="6341779" cy="1670778"/>
          </a:xfrm>
        </p:grpSpPr>
        <p:sp>
          <p:nvSpPr>
            <p:cNvPr id="5" name="矩形 4"/>
            <p:cNvSpPr/>
            <p:nvPr/>
          </p:nvSpPr>
          <p:spPr>
            <a:xfrm>
              <a:off x="643773" y="3710640"/>
              <a:ext cx="6313618" cy="16707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 Light" charset="-122"/>
                </a:rPr>
                <a:t>在这个式子中，右边的氧原子数少于左边的，这时为使式子两边每一种元素原子的总数相等，就需要配平，即在式子两边的化学式前面配上适当的化学计量数。</a:t>
              </a:r>
            </a:p>
          </p:txBody>
        </p:sp>
        <p:grpSp>
          <p:nvGrpSpPr>
            <p:cNvPr id="2" name="组 1"/>
            <p:cNvGrpSpPr/>
            <p:nvPr/>
          </p:nvGrpSpPr>
          <p:grpSpPr>
            <a:xfrm>
              <a:off x="4734615" y="4868732"/>
              <a:ext cx="2250937" cy="495991"/>
              <a:chOff x="3091483" y="4877685"/>
              <a:chExt cx="2250937" cy="495991"/>
            </a:xfrm>
          </p:grpSpPr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37FC6EF4-9CDA-4B0B-AB11-A66F2DC1C439}"/>
                  </a:ext>
                </a:extLst>
              </p:cNvPr>
              <p:cNvSpPr/>
              <p:nvPr/>
            </p:nvSpPr>
            <p:spPr>
              <a:xfrm>
                <a:off x="3091483" y="5004344"/>
                <a:ext cx="225093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2H</a:t>
                </a:r>
                <a:r>
                  <a:rPr lang="en-US" altLang="zh-CN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O</a:t>
                </a:r>
                <a:r>
                  <a:rPr lang="en-US" altLang="zh-CN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2H</a:t>
                </a:r>
                <a:r>
                  <a:rPr lang="en-US" altLang="zh-CN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BB767C15-E48C-4844-921F-5A34A0480999}"/>
                  </a:ext>
                </a:extLst>
              </p:cNvPr>
              <p:cNvSpPr/>
              <p:nvPr/>
            </p:nvSpPr>
            <p:spPr>
              <a:xfrm>
                <a:off x="4024801" y="4877685"/>
                <a:ext cx="54373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/>
                    </a:solidFill>
                    <a:latin typeface="Microsoft YaHei Light" charset="-122"/>
                    <a:ea typeface="Microsoft YaHei Light" charset="-122"/>
                    <a:cs typeface="Microsoft YaHei Light" charset="-122"/>
                  </a:rPr>
                  <a:t>点燃</a:t>
                </a:r>
              </a:p>
            </p:txBody>
          </p:sp>
          <p:cxnSp>
            <p:nvCxnSpPr>
              <p:cNvPr id="26" name="直接连接符 6">
                <a:extLst>
                  <a:ext uri="{FF2B5EF4-FFF2-40B4-BE49-F238E27FC236}">
                    <a16:creationId xmlns:a16="http://schemas.microsoft.com/office/drawing/2014/main" id="{40D60EEC-8BEA-40A3-A636-C0A496540A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5891" y="5189010"/>
                <a:ext cx="51285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7">
                <a:extLst>
                  <a:ext uri="{FF2B5EF4-FFF2-40B4-BE49-F238E27FC236}">
                    <a16:creationId xmlns:a16="http://schemas.microsoft.com/office/drawing/2014/main" id="{04559B4B-07CF-4D8A-8BA3-F83065A318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5891" y="5254324"/>
                <a:ext cx="51285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20F3E6EB-64A3-7B47-9009-EFDF98D0E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655" y="1577881"/>
            <a:ext cx="4488192" cy="1616196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95C05D40-DD86-EF48-A53A-15F90D926464}"/>
              </a:ext>
            </a:extLst>
          </p:cNvPr>
          <p:cNvSpPr txBox="1"/>
          <p:nvPr/>
        </p:nvSpPr>
        <p:spPr>
          <a:xfrm>
            <a:off x="7549781" y="2268339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>
                <a:solidFill>
                  <a:schemeClr val="accent2">
                    <a:lumMod val="50000"/>
                  </a:schemeClr>
                </a:solidFill>
              </a:rPr>
              <a:t>O</a:t>
            </a:r>
            <a:endParaRPr kumimoji="1" lang="zh-CN" alt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0F484B1-EDC7-DE41-884E-86B4D3DC8814}"/>
              </a:ext>
            </a:extLst>
          </p:cNvPr>
          <p:cNvSpPr txBox="1"/>
          <p:nvPr/>
        </p:nvSpPr>
        <p:spPr>
          <a:xfrm>
            <a:off x="7762011" y="223756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chemeClr val="accent2">
                    <a:lumMod val="50000"/>
                  </a:schemeClr>
                </a:solidFill>
              </a:rPr>
              <a:t>O</a:t>
            </a:r>
            <a:endParaRPr kumimoji="1" lang="zh-CN" altLang="en-US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703C4B1-894E-8D40-AE06-3A69BB5909A4}"/>
              </a:ext>
            </a:extLst>
          </p:cNvPr>
          <p:cNvSpPr txBox="1"/>
          <p:nvPr/>
        </p:nvSpPr>
        <p:spPr>
          <a:xfrm>
            <a:off x="10818334" y="2020231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>
                <a:solidFill>
                  <a:schemeClr val="accent2">
                    <a:lumMod val="50000"/>
                  </a:schemeClr>
                </a:solidFill>
              </a:rPr>
              <a:t>O</a:t>
            </a:r>
            <a:endParaRPr kumimoji="1" lang="zh-CN" altLang="en-US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E58086B-F9D7-6A47-B4D4-AD60B287BB77}"/>
              </a:ext>
            </a:extLst>
          </p:cNvPr>
          <p:cNvSpPr txBox="1"/>
          <p:nvPr/>
        </p:nvSpPr>
        <p:spPr>
          <a:xfrm>
            <a:off x="7096913" y="2218483"/>
            <a:ext cx="309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accent2">
                    <a:lumMod val="50000"/>
                  </a:schemeClr>
                </a:solidFill>
              </a:rPr>
              <a:t>H</a:t>
            </a:r>
            <a:endParaRPr kumimoji="1" lang="zh-CN" alt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CFCFE30-F275-0E4B-B8AB-55D65196CE1E}"/>
              </a:ext>
            </a:extLst>
          </p:cNvPr>
          <p:cNvSpPr txBox="1"/>
          <p:nvPr/>
        </p:nvSpPr>
        <p:spPr>
          <a:xfrm>
            <a:off x="7306037" y="2270444"/>
            <a:ext cx="309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accent2">
                    <a:lumMod val="50000"/>
                  </a:schemeClr>
                </a:solidFill>
              </a:rPr>
              <a:t>H</a:t>
            </a:r>
            <a:endParaRPr kumimoji="1" lang="zh-CN" alt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2E391EA-9991-154D-A323-EECFB0DF5007}"/>
              </a:ext>
            </a:extLst>
          </p:cNvPr>
          <p:cNvSpPr txBox="1"/>
          <p:nvPr/>
        </p:nvSpPr>
        <p:spPr>
          <a:xfrm>
            <a:off x="10570911" y="2015077"/>
            <a:ext cx="327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>
                <a:solidFill>
                  <a:schemeClr val="accent2">
                    <a:lumMod val="50000"/>
                  </a:schemeClr>
                </a:solidFill>
              </a:rPr>
              <a:t>H</a:t>
            </a:r>
            <a:endParaRPr kumimoji="1" lang="zh-CN" altLang="en-US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2958B17-3E63-7D40-B419-BFAD23B659C3}"/>
              </a:ext>
            </a:extLst>
          </p:cNvPr>
          <p:cNvSpPr txBox="1"/>
          <p:nvPr/>
        </p:nvSpPr>
        <p:spPr>
          <a:xfrm>
            <a:off x="11184183" y="2042706"/>
            <a:ext cx="327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>
                <a:solidFill>
                  <a:schemeClr val="accent2">
                    <a:lumMod val="50000"/>
                  </a:schemeClr>
                </a:solidFill>
              </a:rPr>
              <a:t>H</a:t>
            </a:r>
            <a:endParaRPr kumimoji="1" lang="zh-CN" altLang="en-US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62175CC9-A894-3341-8848-9704E6613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0957" y="3902843"/>
            <a:ext cx="4466294" cy="1342528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5991E3C2-F202-F54C-B54E-AC4A808E5047}"/>
              </a:ext>
            </a:extLst>
          </p:cNvPr>
          <p:cNvSpPr txBox="1"/>
          <p:nvPr/>
        </p:nvSpPr>
        <p:spPr>
          <a:xfrm>
            <a:off x="7770194" y="4312156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>
                <a:solidFill>
                  <a:schemeClr val="accent2">
                    <a:lumMod val="50000"/>
                  </a:schemeClr>
                </a:solidFill>
              </a:rPr>
              <a:t>O</a:t>
            </a:r>
            <a:endParaRPr kumimoji="1" lang="zh-CN" altLang="en-US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ACDA118-F536-FF44-A3F6-34A1CBE56388}"/>
              </a:ext>
            </a:extLst>
          </p:cNvPr>
          <p:cNvSpPr txBox="1"/>
          <p:nvPr/>
        </p:nvSpPr>
        <p:spPr>
          <a:xfrm>
            <a:off x="7953184" y="4312156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>
                <a:solidFill>
                  <a:schemeClr val="accent2">
                    <a:lumMod val="50000"/>
                  </a:schemeClr>
                </a:solidFill>
              </a:rPr>
              <a:t>O</a:t>
            </a:r>
            <a:endParaRPr kumimoji="1" lang="zh-CN" altLang="en-US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741ADE4-300E-D242-96C5-254165C1451D}"/>
              </a:ext>
            </a:extLst>
          </p:cNvPr>
          <p:cNvSpPr txBox="1"/>
          <p:nvPr/>
        </p:nvSpPr>
        <p:spPr>
          <a:xfrm>
            <a:off x="10509711" y="4320118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>
                <a:solidFill>
                  <a:schemeClr val="accent2">
                    <a:lumMod val="50000"/>
                  </a:schemeClr>
                </a:solidFill>
              </a:rPr>
              <a:t>O</a:t>
            </a:r>
            <a:endParaRPr kumimoji="1" lang="zh-CN" altLang="en-US" sz="16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7E1ACC1-A153-194F-BD5E-70B424358070}"/>
              </a:ext>
            </a:extLst>
          </p:cNvPr>
          <p:cNvSpPr txBox="1"/>
          <p:nvPr/>
        </p:nvSpPr>
        <p:spPr>
          <a:xfrm>
            <a:off x="11175473" y="4290747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>
                <a:solidFill>
                  <a:schemeClr val="accent2">
                    <a:lumMod val="50000"/>
                  </a:schemeClr>
                </a:solidFill>
              </a:rPr>
              <a:t>O</a:t>
            </a:r>
            <a:endParaRPr kumimoji="1" lang="zh-CN" altLang="en-US" sz="16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1143393-A3E9-984A-AEE0-C815AA2B825A}"/>
              </a:ext>
            </a:extLst>
          </p:cNvPr>
          <p:cNvSpPr txBox="1"/>
          <p:nvPr/>
        </p:nvSpPr>
        <p:spPr>
          <a:xfrm>
            <a:off x="7294312" y="4312156"/>
            <a:ext cx="327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chemeClr val="accent2">
                    <a:lumMod val="50000"/>
                  </a:schemeClr>
                </a:solidFill>
              </a:rPr>
              <a:t>H</a:t>
            </a:r>
            <a:endParaRPr kumimoji="1" lang="zh-CN" altLang="en-US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AF51475-FE88-B948-A8E7-8D102224C308}"/>
              </a:ext>
            </a:extLst>
          </p:cNvPr>
          <p:cNvSpPr txBox="1"/>
          <p:nvPr/>
        </p:nvSpPr>
        <p:spPr>
          <a:xfrm>
            <a:off x="7490838" y="4312815"/>
            <a:ext cx="327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>
                <a:solidFill>
                  <a:schemeClr val="accent2">
                    <a:lumMod val="50000"/>
                  </a:schemeClr>
                </a:solidFill>
              </a:rPr>
              <a:t>H</a:t>
            </a:r>
            <a:endParaRPr kumimoji="1" lang="zh-CN" altLang="en-US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6FA6FCE-2405-7F4C-9A37-60900F78625E}"/>
              </a:ext>
            </a:extLst>
          </p:cNvPr>
          <p:cNvSpPr txBox="1"/>
          <p:nvPr/>
        </p:nvSpPr>
        <p:spPr>
          <a:xfrm>
            <a:off x="8136174" y="4312815"/>
            <a:ext cx="327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>
                <a:solidFill>
                  <a:schemeClr val="accent2">
                    <a:lumMod val="50000"/>
                  </a:schemeClr>
                </a:solidFill>
              </a:rPr>
              <a:t>H</a:t>
            </a:r>
            <a:endParaRPr kumimoji="1" lang="zh-CN" altLang="en-US" sz="16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F369B85-61DF-2D4C-8F26-1326ABD84195}"/>
              </a:ext>
            </a:extLst>
          </p:cNvPr>
          <p:cNvSpPr txBox="1"/>
          <p:nvPr/>
        </p:nvSpPr>
        <p:spPr>
          <a:xfrm>
            <a:off x="8359142" y="4322219"/>
            <a:ext cx="327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>
                <a:solidFill>
                  <a:schemeClr val="accent2">
                    <a:lumMod val="50000"/>
                  </a:schemeClr>
                </a:solidFill>
              </a:rPr>
              <a:t>H</a:t>
            </a:r>
            <a:endParaRPr kumimoji="1" lang="zh-CN" altLang="en-US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E908630-7490-AE45-81D1-E0E17DFA8B8A}"/>
              </a:ext>
            </a:extLst>
          </p:cNvPr>
          <p:cNvSpPr txBox="1"/>
          <p:nvPr/>
        </p:nvSpPr>
        <p:spPr>
          <a:xfrm>
            <a:off x="10354957" y="4303059"/>
            <a:ext cx="327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>
                <a:solidFill>
                  <a:schemeClr val="accent2">
                    <a:lumMod val="50000"/>
                  </a:schemeClr>
                </a:solidFill>
              </a:rPr>
              <a:t>H</a:t>
            </a:r>
            <a:endParaRPr kumimoji="1" lang="zh-CN" altLang="en-US" sz="16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3B087C4-DBB0-F942-8948-75565690974C}"/>
              </a:ext>
            </a:extLst>
          </p:cNvPr>
          <p:cNvSpPr txBox="1"/>
          <p:nvPr/>
        </p:nvSpPr>
        <p:spPr>
          <a:xfrm>
            <a:off x="10769001" y="4298393"/>
            <a:ext cx="327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>
                <a:solidFill>
                  <a:schemeClr val="accent2">
                    <a:lumMod val="50000"/>
                  </a:schemeClr>
                </a:solidFill>
              </a:rPr>
              <a:t>H</a:t>
            </a:r>
            <a:endParaRPr kumimoji="1" lang="zh-CN" altLang="en-US" sz="16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949A663-37D6-444C-948E-A8C80568A324}"/>
              </a:ext>
            </a:extLst>
          </p:cNvPr>
          <p:cNvSpPr txBox="1"/>
          <p:nvPr/>
        </p:nvSpPr>
        <p:spPr>
          <a:xfrm>
            <a:off x="11469415" y="4303059"/>
            <a:ext cx="327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>
                <a:solidFill>
                  <a:schemeClr val="accent2">
                    <a:lumMod val="50000"/>
                  </a:schemeClr>
                </a:solidFill>
              </a:rPr>
              <a:t>H</a:t>
            </a:r>
            <a:endParaRPr kumimoji="1" lang="zh-CN" altLang="en-US" sz="16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FF1E2E6-48AA-624A-ACAC-473DA2A121A3}"/>
              </a:ext>
            </a:extLst>
          </p:cNvPr>
          <p:cNvSpPr txBox="1"/>
          <p:nvPr/>
        </p:nvSpPr>
        <p:spPr>
          <a:xfrm>
            <a:off x="11002227" y="4303059"/>
            <a:ext cx="327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>
                <a:solidFill>
                  <a:schemeClr val="accent2">
                    <a:lumMod val="50000"/>
                  </a:schemeClr>
                </a:solidFill>
              </a:rPr>
              <a:t>H</a:t>
            </a:r>
            <a:endParaRPr kumimoji="1" lang="zh-CN" altLang="en-US" sz="160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230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3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54355" y="7278739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2"/>
              <a:buChar char="u"/>
            </a:pPr>
            <a:r>
              <a:rPr kumimoji="1" lang="zh-CN" altLang="en-US" dirty="0"/>
              <a:t>实验与探究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369713" y="836028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实验名称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023464" y="914686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实验视频、图片</a:t>
            </a:r>
          </a:p>
        </p:txBody>
      </p:sp>
      <p:sp>
        <p:nvSpPr>
          <p:cNvPr id="5" name="梯形 4">
            <a:extLst>
              <a:ext uri="{FF2B5EF4-FFF2-40B4-BE49-F238E27FC236}">
                <a16:creationId xmlns:a16="http://schemas.microsoft.com/office/drawing/2014/main" id="{C6875379-C54A-0D42-AFF1-ACA7120AFAC0}"/>
              </a:ext>
            </a:extLst>
          </p:cNvPr>
          <p:cNvSpPr/>
          <p:nvPr/>
        </p:nvSpPr>
        <p:spPr>
          <a:xfrm rot="16200000">
            <a:off x="3110865" y="-1292225"/>
            <a:ext cx="9000490" cy="9442450"/>
          </a:xfrm>
          <a:prstGeom prst="trapezoid">
            <a:avLst>
              <a:gd name="adj" fmla="val 40376"/>
            </a:avLst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>
            <a:noFill/>
          </a:ln>
          <a:effectLst>
            <a:glow rad="139700">
              <a:srgbClr val="056B8E">
                <a:alpha val="25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BBE22E-1272-9844-B5E5-E6236C119F81}"/>
              </a:ext>
            </a:extLst>
          </p:cNvPr>
          <p:cNvSpPr txBox="1"/>
          <p:nvPr/>
        </p:nvSpPr>
        <p:spPr>
          <a:xfrm>
            <a:off x="1509395" y="1852295"/>
            <a:ext cx="3577590" cy="3153410"/>
          </a:xfrm>
          <a:prstGeom prst="rect">
            <a:avLst/>
          </a:prstGeom>
          <a:noFill/>
          <a:effectLst>
            <a:glow rad="1574800">
              <a:schemeClr val="accent6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r"/>
            <a:r>
              <a:rPr lang="en-US" altLang="zh-CN" sz="199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20D853B9-0F89-9940-9ABD-23A4AA9B4EA7}"/>
              </a:ext>
            </a:extLst>
          </p:cNvPr>
          <p:cNvSpPr/>
          <p:nvPr/>
        </p:nvSpPr>
        <p:spPr>
          <a:xfrm rot="16200000">
            <a:off x="5590693" y="-1278435"/>
            <a:ext cx="9000490" cy="9442450"/>
          </a:xfrm>
          <a:prstGeom prst="trapezoid">
            <a:avLst>
              <a:gd name="adj" fmla="val 40376"/>
            </a:avLst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>
            <a:noFill/>
          </a:ln>
          <a:effectLst>
            <a:glow rad="139700">
              <a:srgbClr val="056B8E">
                <a:alpha val="25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9300EA2-D965-2B4B-895C-DF110F792EF4}"/>
              </a:ext>
            </a:extLst>
          </p:cNvPr>
          <p:cNvSpPr txBox="1"/>
          <p:nvPr/>
        </p:nvSpPr>
        <p:spPr>
          <a:xfrm>
            <a:off x="5553130" y="2474202"/>
            <a:ext cx="6476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化学方程式的书写步骤</a:t>
            </a:r>
            <a:endParaRPr kumimoji="1" lang="en-US" altLang="zh-CN" sz="48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4718C9AB-32A1-BE49-811E-4987B143A824}"/>
              </a:ext>
            </a:extLst>
          </p:cNvPr>
          <p:cNvSpPr/>
          <p:nvPr/>
        </p:nvSpPr>
        <p:spPr>
          <a:xfrm>
            <a:off x="5620687" y="3581517"/>
            <a:ext cx="4379709" cy="415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写、配、等、注、查</a:t>
            </a:r>
          </a:p>
        </p:txBody>
      </p:sp>
    </p:spTree>
    <p:extLst>
      <p:ext uri="{BB962C8B-B14F-4D97-AF65-F5344CB8AC3E}">
        <p14:creationId xmlns:p14="http://schemas.microsoft.com/office/powerpoint/2010/main" val="1097694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2EF84D1-0FCF-3246-B4B4-CDC384261947}"/>
              </a:ext>
            </a:extLst>
          </p:cNvPr>
          <p:cNvSpPr/>
          <p:nvPr/>
        </p:nvSpPr>
        <p:spPr>
          <a:xfrm>
            <a:off x="4260172" y="1708415"/>
            <a:ext cx="3635532" cy="3106866"/>
          </a:xfrm>
          <a:prstGeom prst="rect">
            <a:avLst/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2EF84D1-0FCF-3246-B4B4-CDC384261947}"/>
              </a:ext>
            </a:extLst>
          </p:cNvPr>
          <p:cNvSpPr/>
          <p:nvPr/>
        </p:nvSpPr>
        <p:spPr>
          <a:xfrm>
            <a:off x="624640" y="1713997"/>
            <a:ext cx="3635532" cy="3101284"/>
          </a:xfrm>
          <a:prstGeom prst="rect">
            <a:avLst/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23464" y="914686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实验视频、图片</a:t>
            </a:r>
          </a:p>
        </p:txBody>
      </p:sp>
      <p:grpSp>
        <p:nvGrpSpPr>
          <p:cNvPr id="16" name="组 15"/>
          <p:cNvGrpSpPr/>
          <p:nvPr/>
        </p:nvGrpSpPr>
        <p:grpSpPr>
          <a:xfrm>
            <a:off x="869289" y="1854373"/>
            <a:ext cx="3363237" cy="2607616"/>
            <a:chOff x="417922" y="1083366"/>
            <a:chExt cx="3363237" cy="2607616"/>
          </a:xfrm>
        </p:grpSpPr>
        <p:grpSp>
          <p:nvGrpSpPr>
            <p:cNvPr id="18" name="组合 19">
              <a:extLst>
                <a:ext uri="{FF2B5EF4-FFF2-40B4-BE49-F238E27FC236}">
                  <a16:creationId xmlns:a16="http://schemas.microsoft.com/office/drawing/2014/main" id="{984002B5-7F8F-C847-9106-D1CDCBA93922}"/>
                </a:ext>
              </a:extLst>
            </p:cNvPr>
            <p:cNvGrpSpPr/>
            <p:nvPr/>
          </p:nvGrpSpPr>
          <p:grpSpPr>
            <a:xfrm>
              <a:off x="417922" y="1083366"/>
              <a:ext cx="3363237" cy="1884619"/>
              <a:chOff x="7522310" y="1033807"/>
              <a:chExt cx="3363237" cy="1884619"/>
            </a:xfrm>
          </p:grpSpPr>
          <p:sp>
            <p:nvSpPr>
              <p:cNvPr id="21" name="Rectangle 7">
                <a:extLst>
                  <a:ext uri="{FF2B5EF4-FFF2-40B4-BE49-F238E27FC236}">
                    <a16:creationId xmlns:a16="http://schemas.microsoft.com/office/drawing/2014/main" id="{F993C1A7-94E3-C945-9E12-AE377F40EEB0}"/>
                  </a:ext>
                </a:extLst>
              </p:cNvPr>
              <p:cNvSpPr/>
              <p:nvPr/>
            </p:nvSpPr>
            <p:spPr>
              <a:xfrm>
                <a:off x="7522310" y="1495472"/>
                <a:ext cx="3363237" cy="14229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根据事实写出反应物和生成物的化学式，中间用一条线相连。</a:t>
                </a:r>
                <a:endParaRPr lang="id-ID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50CBE42-6806-9244-BC08-06B7B8333FF5}"/>
                  </a:ext>
                </a:extLst>
              </p:cNvPr>
              <p:cNvSpPr txBox="1"/>
              <p:nvPr/>
            </p:nvSpPr>
            <p:spPr>
              <a:xfrm>
                <a:off x="7713319" y="1033807"/>
                <a:ext cx="26606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24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写</a:t>
                </a:r>
                <a:endParaRPr kumimoji="1" lang="en-US" altLang="zh-CN" sz="24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9A54AB3-74BD-4783-9BC3-D054D2490015}"/>
                </a:ext>
              </a:extLst>
            </p:cNvPr>
            <p:cNvSpPr/>
            <p:nvPr/>
          </p:nvSpPr>
          <p:spPr>
            <a:xfrm>
              <a:off x="826848" y="3290872"/>
              <a:ext cx="219335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+ 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2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            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5</a:t>
              </a:r>
              <a:endParaRPr lang="zh-CN" altLang="en-US" sz="2000" baseline="-2500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cxnSp>
          <p:nvCxnSpPr>
            <p:cNvPr id="20" name="直接连接符 21">
              <a:extLst>
                <a:ext uri="{FF2B5EF4-FFF2-40B4-BE49-F238E27FC236}">
                  <a16:creationId xmlns:a16="http://schemas.microsoft.com/office/drawing/2014/main" id="{9AA0333C-633E-4587-A868-5A796E88A986}"/>
                </a:ext>
              </a:extLst>
            </p:cNvPr>
            <p:cNvCxnSpPr>
              <a:cxnSpLocks/>
            </p:cNvCxnSpPr>
            <p:nvPr/>
          </p:nvCxnSpPr>
          <p:spPr>
            <a:xfrm>
              <a:off x="1744209" y="3522582"/>
              <a:ext cx="51285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组 22"/>
          <p:cNvGrpSpPr/>
          <p:nvPr/>
        </p:nvGrpSpPr>
        <p:grpSpPr>
          <a:xfrm>
            <a:off x="4474538" y="1899033"/>
            <a:ext cx="3356274" cy="2567420"/>
            <a:chOff x="4478458" y="1056231"/>
            <a:chExt cx="3356274" cy="2567420"/>
          </a:xfrm>
        </p:grpSpPr>
        <p:grpSp>
          <p:nvGrpSpPr>
            <p:cNvPr id="24" name="组合 22">
              <a:extLst>
                <a:ext uri="{FF2B5EF4-FFF2-40B4-BE49-F238E27FC236}">
                  <a16:creationId xmlns:a16="http://schemas.microsoft.com/office/drawing/2014/main" id="{833D4630-DE32-1B44-8508-AFB03C64E7E9}"/>
                </a:ext>
              </a:extLst>
            </p:cNvPr>
            <p:cNvGrpSpPr/>
            <p:nvPr/>
          </p:nvGrpSpPr>
          <p:grpSpPr>
            <a:xfrm>
              <a:off x="4478458" y="1056231"/>
              <a:ext cx="3356274" cy="1839875"/>
              <a:chOff x="7850533" y="990299"/>
              <a:chExt cx="3356274" cy="1839875"/>
            </a:xfrm>
          </p:grpSpPr>
          <p:sp>
            <p:nvSpPr>
              <p:cNvPr id="27" name="Rectangle 7">
                <a:extLst>
                  <a:ext uri="{FF2B5EF4-FFF2-40B4-BE49-F238E27FC236}">
                    <a16:creationId xmlns:a16="http://schemas.microsoft.com/office/drawing/2014/main" id="{F2697F7C-FD70-0644-96BA-E900B6F33D4A}"/>
                  </a:ext>
                </a:extLst>
              </p:cNvPr>
              <p:cNvSpPr/>
              <p:nvPr/>
            </p:nvSpPr>
            <p:spPr>
              <a:xfrm>
                <a:off x="7850533" y="1407220"/>
                <a:ext cx="3356274" cy="14229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配平化学方程式，并检验式子左右两边各元素原子的种类和数目必须相等</a:t>
                </a:r>
                <a:endParaRPr lang="id-ID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9D546DDD-F1C8-A344-9E29-7FAC1527C884}"/>
                  </a:ext>
                </a:extLst>
              </p:cNvPr>
              <p:cNvSpPr txBox="1"/>
              <p:nvPr/>
            </p:nvSpPr>
            <p:spPr>
              <a:xfrm>
                <a:off x="8040649" y="990299"/>
                <a:ext cx="26606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24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配</a:t>
                </a:r>
                <a:endParaRPr kumimoji="1" lang="en-US" altLang="zh-CN" sz="24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87F4F77-2356-43FC-BB42-0B178CDDDEE6}"/>
                </a:ext>
              </a:extLst>
            </p:cNvPr>
            <p:cNvSpPr/>
            <p:nvPr/>
          </p:nvSpPr>
          <p:spPr>
            <a:xfrm>
              <a:off x="4803303" y="3223541"/>
              <a:ext cx="251395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4P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+  5O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2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          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2P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5</a:t>
              </a:r>
              <a:endParaRPr lang="zh-CN" altLang="en-US" sz="2000" baseline="-2500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cxnSp>
          <p:nvCxnSpPr>
            <p:cNvPr id="26" name="直接连接符 30">
              <a:extLst>
                <a:ext uri="{FF2B5EF4-FFF2-40B4-BE49-F238E27FC236}">
                  <a16:creationId xmlns:a16="http://schemas.microsoft.com/office/drawing/2014/main" id="{C439F68C-389B-44EC-A459-DA8AA779562A}"/>
                </a:ext>
              </a:extLst>
            </p:cNvPr>
            <p:cNvCxnSpPr>
              <a:cxnSpLocks/>
            </p:cNvCxnSpPr>
            <p:nvPr/>
          </p:nvCxnSpPr>
          <p:spPr>
            <a:xfrm>
              <a:off x="5927630" y="3423596"/>
              <a:ext cx="51285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B82B6A7D-CBD5-48C4-B0F0-66DE1B89D35A}"/>
              </a:ext>
            </a:extLst>
          </p:cNvPr>
          <p:cNvSpPr/>
          <p:nvPr/>
        </p:nvSpPr>
        <p:spPr>
          <a:xfrm>
            <a:off x="7886104" y="1708415"/>
            <a:ext cx="3635532" cy="3106866"/>
          </a:xfrm>
          <a:prstGeom prst="rect">
            <a:avLst/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1" name="组 28">
            <a:extLst>
              <a:ext uri="{FF2B5EF4-FFF2-40B4-BE49-F238E27FC236}">
                <a16:creationId xmlns:a16="http://schemas.microsoft.com/office/drawing/2014/main" id="{D2C5D501-A7C9-47C4-94E3-E1DB41558A3A}"/>
              </a:ext>
            </a:extLst>
          </p:cNvPr>
          <p:cNvGrpSpPr/>
          <p:nvPr/>
        </p:nvGrpSpPr>
        <p:grpSpPr>
          <a:xfrm>
            <a:off x="8316156" y="1904567"/>
            <a:ext cx="2786359" cy="2565932"/>
            <a:chOff x="8161607" y="1021489"/>
            <a:chExt cx="2786359" cy="2565932"/>
          </a:xfrm>
        </p:grpSpPr>
        <p:sp>
          <p:nvSpPr>
            <p:cNvPr id="42" name="Rectangle 7">
              <a:extLst>
                <a:ext uri="{FF2B5EF4-FFF2-40B4-BE49-F238E27FC236}">
                  <a16:creationId xmlns:a16="http://schemas.microsoft.com/office/drawing/2014/main" id="{5274A26F-CC6D-4855-AF58-9F7FA6AA2134}"/>
                </a:ext>
              </a:extLst>
            </p:cNvPr>
            <p:cNvSpPr/>
            <p:nvPr/>
          </p:nvSpPr>
          <p:spPr>
            <a:xfrm>
              <a:off x="8307059" y="1442941"/>
              <a:ext cx="2484524" cy="4996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将横线改为“         ”</a:t>
              </a:r>
              <a:endParaRPr lang="id-ID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9F820CC-F590-44D0-B245-D98C6533F0E1}"/>
                </a:ext>
              </a:extLst>
            </p:cNvPr>
            <p:cNvSpPr txBox="1"/>
            <p:nvPr/>
          </p:nvSpPr>
          <p:spPr>
            <a:xfrm>
              <a:off x="8161607" y="1021489"/>
              <a:ext cx="26606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等</a:t>
              </a:r>
              <a:endParaRPr kumimoji="1"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44" name="直接连接符 9">
              <a:extLst>
                <a:ext uri="{FF2B5EF4-FFF2-40B4-BE49-F238E27FC236}">
                  <a16:creationId xmlns:a16="http://schemas.microsoft.com/office/drawing/2014/main" id="{9FF07E51-02DC-4F9C-B05D-46F117127EEC}"/>
                </a:ext>
              </a:extLst>
            </p:cNvPr>
            <p:cNvCxnSpPr>
              <a:cxnSpLocks/>
            </p:cNvCxnSpPr>
            <p:nvPr/>
          </p:nvCxnSpPr>
          <p:spPr>
            <a:xfrm>
              <a:off x="9866572" y="1707827"/>
              <a:ext cx="51285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连接符 10">
              <a:extLst>
                <a:ext uri="{FF2B5EF4-FFF2-40B4-BE49-F238E27FC236}">
                  <a16:creationId xmlns:a16="http://schemas.microsoft.com/office/drawing/2014/main" id="{2F08D3E8-5699-4FD1-B0F7-7993FA6287CE}"/>
                </a:ext>
              </a:extLst>
            </p:cNvPr>
            <p:cNvCxnSpPr>
              <a:cxnSpLocks/>
            </p:cNvCxnSpPr>
            <p:nvPr/>
          </p:nvCxnSpPr>
          <p:spPr>
            <a:xfrm>
              <a:off x="9866572" y="1765442"/>
              <a:ext cx="51285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4AFDCE4-AD49-445C-A8E2-8C7B7B02F33A}"/>
                </a:ext>
              </a:extLst>
            </p:cNvPr>
            <p:cNvSpPr/>
            <p:nvPr/>
          </p:nvSpPr>
          <p:spPr>
            <a:xfrm>
              <a:off x="8434008" y="3187311"/>
              <a:ext cx="251395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4P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+  5O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2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          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2P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5</a:t>
              </a:r>
              <a:endParaRPr lang="zh-CN" altLang="en-US" sz="2000" baseline="-2500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cxnSp>
          <p:nvCxnSpPr>
            <p:cNvPr id="47" name="直接连接符 9">
              <a:extLst>
                <a:ext uri="{FF2B5EF4-FFF2-40B4-BE49-F238E27FC236}">
                  <a16:creationId xmlns:a16="http://schemas.microsoft.com/office/drawing/2014/main" id="{32864BBB-BC52-4756-ABAB-738C5E108A37}"/>
                </a:ext>
              </a:extLst>
            </p:cNvPr>
            <p:cNvCxnSpPr>
              <a:cxnSpLocks/>
            </p:cNvCxnSpPr>
            <p:nvPr/>
          </p:nvCxnSpPr>
          <p:spPr>
            <a:xfrm>
              <a:off x="9610141" y="3424615"/>
              <a:ext cx="51285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接连接符 10">
              <a:extLst>
                <a:ext uri="{FF2B5EF4-FFF2-40B4-BE49-F238E27FC236}">
                  <a16:creationId xmlns:a16="http://schemas.microsoft.com/office/drawing/2014/main" id="{3F381E86-BC6A-4FFB-95CE-BB1ABE1CD886}"/>
                </a:ext>
              </a:extLst>
            </p:cNvPr>
            <p:cNvCxnSpPr>
              <a:cxnSpLocks/>
            </p:cNvCxnSpPr>
            <p:nvPr/>
          </p:nvCxnSpPr>
          <p:spPr>
            <a:xfrm>
              <a:off x="9610143" y="3470375"/>
              <a:ext cx="51285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" name="Text Box 61">
            <a:extLst>
              <a:ext uri="{FF2B5EF4-FFF2-40B4-BE49-F238E27FC236}">
                <a16:creationId xmlns:a16="http://schemas.microsoft.com/office/drawing/2014/main" id="{72EFC1E8-CC8E-47EE-A4B5-2EF26FA02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602" y="3955035"/>
            <a:ext cx="595035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sz="1600" kern="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点燃</a:t>
            </a:r>
          </a:p>
        </p:txBody>
      </p:sp>
    </p:spTree>
    <p:extLst>
      <p:ext uri="{BB962C8B-B14F-4D97-AF65-F5344CB8AC3E}">
        <p14:creationId xmlns:p14="http://schemas.microsoft.com/office/powerpoint/2010/main" val="174420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7" grpId="0" animBg="1"/>
      <p:bldP spid="40" grpId="0" animBg="1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23464" y="914686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实验视频、图片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2EF84D1-0FCF-3246-B4B4-CDC384261947}"/>
              </a:ext>
            </a:extLst>
          </p:cNvPr>
          <p:cNvSpPr/>
          <p:nvPr/>
        </p:nvSpPr>
        <p:spPr>
          <a:xfrm>
            <a:off x="612316" y="803849"/>
            <a:ext cx="11109514" cy="5497974"/>
          </a:xfrm>
          <a:prstGeom prst="rect">
            <a:avLst/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2" name="组合 28">
            <a:extLst>
              <a:ext uri="{FF2B5EF4-FFF2-40B4-BE49-F238E27FC236}">
                <a16:creationId xmlns:a16="http://schemas.microsoft.com/office/drawing/2014/main" id="{27D6DA4D-6473-C64D-83A8-E8C8F3014745}"/>
              </a:ext>
            </a:extLst>
          </p:cNvPr>
          <p:cNvGrpSpPr/>
          <p:nvPr/>
        </p:nvGrpSpPr>
        <p:grpSpPr>
          <a:xfrm>
            <a:off x="1127656" y="869555"/>
            <a:ext cx="6298675" cy="1190449"/>
            <a:chOff x="6228290" y="-251356"/>
            <a:chExt cx="6298675" cy="1190449"/>
          </a:xfrm>
        </p:grpSpPr>
        <p:sp>
          <p:nvSpPr>
            <p:cNvPr id="73" name="Rectangle 7">
              <a:extLst>
                <a:ext uri="{FF2B5EF4-FFF2-40B4-BE49-F238E27FC236}">
                  <a16:creationId xmlns:a16="http://schemas.microsoft.com/office/drawing/2014/main" id="{032C31F7-C002-2547-8F8D-E26E5782966E}"/>
                </a:ext>
              </a:extLst>
            </p:cNvPr>
            <p:cNvSpPr/>
            <p:nvPr/>
          </p:nvSpPr>
          <p:spPr>
            <a:xfrm>
              <a:off x="6228290" y="439469"/>
              <a:ext cx="6212711" cy="4996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注明反应发生的条件以及生成物的状态“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R" panose="00020600040101010101" pitchFamily="18" charset="-122"/>
                </a:rPr>
                <a:t>↑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”或“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R" panose="00020600040101010101" pitchFamily="18" charset="-122"/>
                </a:rPr>
                <a:t>↓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”。</a:t>
              </a:r>
              <a:endParaRPr lang="id-ID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4C9C0EF7-6C65-AC4E-8117-E28E1547BACC}"/>
                </a:ext>
              </a:extLst>
            </p:cNvPr>
            <p:cNvSpPr txBox="1"/>
            <p:nvPr/>
          </p:nvSpPr>
          <p:spPr>
            <a:xfrm>
              <a:off x="9866302" y="-251356"/>
              <a:ext cx="26606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注</a:t>
              </a:r>
              <a:endParaRPr kumimoji="1"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75" name="矩形 74">
            <a:extLst>
              <a:ext uri="{FF2B5EF4-FFF2-40B4-BE49-F238E27FC236}">
                <a16:creationId xmlns:a16="http://schemas.microsoft.com/office/drawing/2014/main" id="{C87F4F77-2356-43FC-BB42-0B178CDDDEE6}"/>
              </a:ext>
            </a:extLst>
          </p:cNvPr>
          <p:cNvSpPr/>
          <p:nvPr/>
        </p:nvSpPr>
        <p:spPr>
          <a:xfrm>
            <a:off x="7219458" y="1656571"/>
            <a:ext cx="26470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4P</a:t>
            </a:r>
            <a:r>
              <a:rPr lang="zh-CN" altLang="en-US" sz="200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+  5O</a:t>
            </a:r>
            <a:r>
              <a:rPr lang="en-US" altLang="zh-CN" sz="2000" baseline="-2500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lang="zh-CN" altLang="en-US" sz="2000" baseline="-2500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         </a:t>
            </a:r>
            <a:r>
              <a:rPr lang="zh-CN" altLang="en-US" sz="200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       </a:t>
            </a:r>
            <a:r>
              <a:rPr lang="en-US" altLang="zh-CN" sz="200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2P</a:t>
            </a:r>
            <a:r>
              <a:rPr lang="en-US" altLang="zh-CN" sz="2000" baseline="-2500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lang="en-US" altLang="zh-CN" sz="200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lang="en-US" altLang="zh-CN" sz="2000" baseline="-2500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5</a:t>
            </a:r>
            <a:endParaRPr lang="zh-CN" altLang="en-US" sz="2000" baseline="-25000" dirty="0">
              <a:solidFill>
                <a:schemeClr val="bg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76" name="直接连接符 9">
            <a:extLst>
              <a:ext uri="{FF2B5EF4-FFF2-40B4-BE49-F238E27FC236}">
                <a16:creationId xmlns:a16="http://schemas.microsoft.com/office/drawing/2014/main" id="{9321A90B-AC4F-428D-9B4A-B4BFA491A2F1}"/>
              </a:ext>
            </a:extLst>
          </p:cNvPr>
          <p:cNvCxnSpPr>
            <a:cxnSpLocks/>
          </p:cNvCxnSpPr>
          <p:nvPr/>
        </p:nvCxnSpPr>
        <p:spPr>
          <a:xfrm>
            <a:off x="8455745" y="1861311"/>
            <a:ext cx="51285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直接连接符 10">
            <a:extLst>
              <a:ext uri="{FF2B5EF4-FFF2-40B4-BE49-F238E27FC236}">
                <a16:creationId xmlns:a16="http://schemas.microsoft.com/office/drawing/2014/main" id="{480B12ED-9369-4B86-AF07-EE53F7C51854}"/>
              </a:ext>
            </a:extLst>
          </p:cNvPr>
          <p:cNvCxnSpPr>
            <a:cxnSpLocks/>
          </p:cNvCxnSpPr>
          <p:nvPr/>
        </p:nvCxnSpPr>
        <p:spPr>
          <a:xfrm>
            <a:off x="8455745" y="1924912"/>
            <a:ext cx="51285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BB767C15-E48C-4844-921F-5A34A0480999}"/>
              </a:ext>
            </a:extLst>
          </p:cNvPr>
          <p:cNvSpPr/>
          <p:nvPr/>
        </p:nvSpPr>
        <p:spPr>
          <a:xfrm>
            <a:off x="8423800" y="1553534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点燃</a:t>
            </a:r>
          </a:p>
        </p:txBody>
      </p:sp>
      <p:sp>
        <p:nvSpPr>
          <p:cNvPr id="79" name="矩形 78"/>
          <p:cNvSpPr/>
          <p:nvPr/>
        </p:nvSpPr>
        <p:spPr>
          <a:xfrm>
            <a:off x="1120022" y="3752861"/>
            <a:ext cx="518054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如果生成物中有气体，反应物中无气体，则生成的气体物质化学式右边要注“↑”号。溶液中的反应，如果生成物中有固体，反应物中无固体，则生成的固体物质化学式右边要注“↓”号。</a:t>
            </a:r>
          </a:p>
        </p:txBody>
      </p:sp>
      <p:grpSp>
        <p:nvGrpSpPr>
          <p:cNvPr id="80" name="组 79"/>
          <p:cNvGrpSpPr/>
          <p:nvPr/>
        </p:nvGrpSpPr>
        <p:grpSpPr>
          <a:xfrm>
            <a:off x="6472463" y="4072162"/>
            <a:ext cx="4914119" cy="867771"/>
            <a:chOff x="2569351" y="4221197"/>
            <a:chExt cx="4914119" cy="867771"/>
          </a:xfrm>
        </p:grpSpPr>
        <p:sp>
          <p:nvSpPr>
            <p:cNvPr id="81" name="Text Box 6">
              <a:extLst>
                <a:ext uri="{FF2B5EF4-FFF2-40B4-BE49-F238E27FC236}">
                  <a16:creationId xmlns:a16="http://schemas.microsoft.com/office/drawing/2014/main" id="{2717965E-7B07-42C0-8CBB-494F4B00F2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0716" y="4221197"/>
              <a:ext cx="4492754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0" lang="en-US" altLang="zh-CN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2KMnO</a:t>
              </a:r>
              <a:r>
                <a:rPr kumimoji="0" lang="en-US" altLang="zh-CN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0" lang="en-US" altLang="zh-CN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</a:t>
              </a:r>
              <a:r>
                <a:rPr kumimoji="0" lang="zh-CN" altLang="en-US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  <a:r>
                <a:rPr kumimoji="0" lang="en-US" altLang="zh-CN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K</a:t>
              </a:r>
              <a:r>
                <a:rPr kumimoji="0" lang="en-US" altLang="zh-CN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MnO</a:t>
              </a:r>
              <a:r>
                <a:rPr kumimoji="0" lang="en-US" altLang="zh-CN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0" lang="en-US" altLang="zh-CN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+  MnO</a:t>
              </a:r>
              <a:r>
                <a:rPr kumimoji="0" lang="en-US" altLang="zh-CN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+ O</a:t>
              </a:r>
              <a:r>
                <a:rPr kumimoji="0" lang="en-US" altLang="zh-CN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↑</a:t>
              </a:r>
            </a:p>
          </p:txBody>
        </p:sp>
        <p:sp>
          <p:nvSpPr>
            <p:cNvPr id="82" name="等腰三角形 10">
              <a:extLst>
                <a:ext uri="{FF2B5EF4-FFF2-40B4-BE49-F238E27FC236}">
                  <a16:creationId xmlns:a16="http://schemas.microsoft.com/office/drawing/2014/main" id="{B89DE6F5-65D1-46A7-ADE3-8719EAA7E3E2}"/>
                </a:ext>
              </a:extLst>
            </p:cNvPr>
            <p:cNvSpPr/>
            <p:nvPr/>
          </p:nvSpPr>
          <p:spPr>
            <a:xfrm>
              <a:off x="4415713" y="4244373"/>
              <a:ext cx="122690" cy="104648"/>
            </a:xfrm>
            <a:prstGeom prst="triangl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3" name="Text Box 69">
              <a:extLst>
                <a:ext uri="{FF2B5EF4-FFF2-40B4-BE49-F238E27FC236}">
                  <a16:creationId xmlns:a16="http://schemas.microsoft.com/office/drawing/2014/main" id="{91C6D670-F460-41D1-BD6B-50F73D247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9351" y="4719636"/>
              <a:ext cx="467479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8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CuSO</a:t>
              </a:r>
              <a:r>
                <a:rPr kumimoji="0" lang="en-US" altLang="zh-CN" sz="18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0" lang="en-US" altLang="zh-CN" sz="18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+ 2NaOH </a:t>
              </a:r>
              <a:r>
                <a:rPr kumimoji="0" lang="zh-CN" altLang="en-US" sz="18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</a:t>
              </a:r>
              <a:r>
                <a:rPr kumimoji="0" lang="en-US" altLang="zh-CN" sz="18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Na</a:t>
              </a:r>
              <a:r>
                <a:rPr kumimoji="0" lang="en-US" altLang="zh-CN" sz="18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18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SO</a:t>
              </a:r>
              <a:r>
                <a:rPr kumimoji="0" lang="en-US" altLang="zh-CN" sz="18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0" lang="en-US" altLang="zh-CN" sz="18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+ Cu(OH)</a:t>
              </a:r>
              <a:r>
                <a:rPr kumimoji="0" lang="en-US" altLang="zh-CN" sz="18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18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↓</a:t>
              </a:r>
            </a:p>
          </p:txBody>
        </p:sp>
        <p:sp>
          <p:nvSpPr>
            <p:cNvPr id="84" name="Line 64">
              <a:extLst>
                <a:ext uri="{FF2B5EF4-FFF2-40B4-BE49-F238E27FC236}">
                  <a16:creationId xmlns:a16="http://schemas.microsoft.com/office/drawing/2014/main" id="{BD244128-6497-45FE-B667-B8560536AF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4253" y="4891580"/>
              <a:ext cx="30570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endParaRPr kumimoji="0" lang="zh-CN" altLang="en-US" sz="1200" kern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5" name="Line 64">
              <a:extLst>
                <a:ext uri="{FF2B5EF4-FFF2-40B4-BE49-F238E27FC236}">
                  <a16:creationId xmlns:a16="http://schemas.microsoft.com/office/drawing/2014/main" id="{6A8A8143-5639-4CBF-857C-CB84A5C320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4253" y="4939143"/>
              <a:ext cx="30570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endParaRPr kumimoji="0" lang="zh-CN" altLang="en-US" sz="1200" kern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6" name="Line 64">
              <a:extLst>
                <a:ext uri="{FF2B5EF4-FFF2-40B4-BE49-F238E27FC236}">
                  <a16:creationId xmlns:a16="http://schemas.microsoft.com/office/drawing/2014/main" id="{BD244128-6497-45FE-B667-B8560536AF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4205" y="4390360"/>
              <a:ext cx="30570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endParaRPr kumimoji="0" lang="zh-CN" altLang="en-US" sz="1200" kern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7" name="Line 64">
              <a:extLst>
                <a:ext uri="{FF2B5EF4-FFF2-40B4-BE49-F238E27FC236}">
                  <a16:creationId xmlns:a16="http://schemas.microsoft.com/office/drawing/2014/main" id="{6A8A8143-5639-4CBF-857C-CB84A5C320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4205" y="4442614"/>
              <a:ext cx="30570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endParaRPr kumimoji="0" lang="zh-CN" altLang="en-US" sz="1200" kern="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6" name="组 95"/>
          <p:cNvGrpSpPr/>
          <p:nvPr/>
        </p:nvGrpSpPr>
        <p:grpSpPr>
          <a:xfrm>
            <a:off x="1120022" y="2464170"/>
            <a:ext cx="10156749" cy="874407"/>
            <a:chOff x="627428" y="3441862"/>
            <a:chExt cx="10156749" cy="874407"/>
          </a:xfrm>
        </p:grpSpPr>
        <p:sp>
          <p:nvSpPr>
            <p:cNvPr id="97" name="矩形 96"/>
            <p:cNvSpPr/>
            <p:nvPr/>
          </p:nvSpPr>
          <p:spPr>
            <a:xfrm>
              <a:off x="627428" y="3441862"/>
              <a:ext cx="10156749" cy="874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ct val="2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 Light" charset="-122"/>
                </a:rPr>
                <a:t>把加热（常用“     ”号表示）、点燃、催化剂等，写在等号的上方。同时有多个条件时，催化剂写在等号的上方，其他条件写在等号下方。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注意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 Light" charset="-122"/>
                </a:rPr>
                <a:t>：点燃≠加热≠高温；燃烧不是反应条件，要写成点燃。</a:t>
              </a:r>
            </a:p>
          </p:txBody>
        </p:sp>
        <p:sp>
          <p:nvSpPr>
            <p:cNvPr id="98" name="等腰三角形 5">
              <a:extLst>
                <a:ext uri="{FF2B5EF4-FFF2-40B4-BE49-F238E27FC236}">
                  <a16:creationId xmlns:a16="http://schemas.microsoft.com/office/drawing/2014/main" id="{D7286CAF-2DD3-4356-B85A-9AFE5742AE5C}"/>
                </a:ext>
              </a:extLst>
            </p:cNvPr>
            <p:cNvSpPr/>
            <p:nvPr/>
          </p:nvSpPr>
          <p:spPr>
            <a:xfrm>
              <a:off x="2268558" y="3606494"/>
              <a:ext cx="255220" cy="179468"/>
            </a:xfrm>
            <a:prstGeom prst="triangle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399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bldLvl="0" animBg="1"/>
      <p:bldP spid="67" grpId="1" bldLvl="0" animBg="1"/>
      <p:bldP spid="7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>
            <a:extLst>
              <a:ext uri="{FF2B5EF4-FFF2-40B4-BE49-F238E27FC236}">
                <a16:creationId xmlns:a16="http://schemas.microsoft.com/office/drawing/2014/main" id="{BCB8AA3A-92C3-8A44-9E53-77951A22F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157725" y="1267848"/>
            <a:ext cx="7188955" cy="407987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23464" y="914686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实验视频、图片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2EF84D1-0FCF-3246-B4B4-CDC384261947}"/>
              </a:ext>
            </a:extLst>
          </p:cNvPr>
          <p:cNvSpPr/>
          <p:nvPr/>
        </p:nvSpPr>
        <p:spPr>
          <a:xfrm>
            <a:off x="1306583" y="702249"/>
            <a:ext cx="4411148" cy="5497974"/>
          </a:xfrm>
          <a:prstGeom prst="rect">
            <a:avLst/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7921742-11AD-CA47-8E5E-6C358682E6D2}"/>
              </a:ext>
            </a:extLst>
          </p:cNvPr>
          <p:cNvSpPr/>
          <p:nvPr/>
        </p:nvSpPr>
        <p:spPr>
          <a:xfrm>
            <a:off x="6045853" y="702249"/>
            <a:ext cx="2490689" cy="5497974"/>
          </a:xfrm>
          <a:prstGeom prst="rect">
            <a:avLst/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9" name="组 68"/>
          <p:cNvGrpSpPr/>
          <p:nvPr/>
        </p:nvGrpSpPr>
        <p:grpSpPr>
          <a:xfrm>
            <a:off x="5893454" y="1034514"/>
            <a:ext cx="2660663" cy="2916441"/>
            <a:chOff x="9297382" y="2576218"/>
            <a:chExt cx="2660663" cy="2916441"/>
          </a:xfrm>
        </p:grpSpPr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D79000FE-DB5A-E848-BB95-A2B11A2A56A3}"/>
                </a:ext>
              </a:extLst>
            </p:cNvPr>
            <p:cNvSpPr txBox="1"/>
            <p:nvPr/>
          </p:nvSpPr>
          <p:spPr>
            <a:xfrm>
              <a:off x="9297382" y="2576218"/>
              <a:ext cx="26606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查</a:t>
              </a:r>
              <a:endParaRPr kumimoji="1"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9723542" y="3144387"/>
              <a:ext cx="2029273" cy="23482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 Light" charset="-122"/>
                </a:rPr>
                <a:t>检查化学式是否写错，化学方程式是否配平，条件和物质状态是否注明。</a:t>
              </a: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D5F028B4-3A28-43AA-BA7E-D585C60DD8EC}"/>
              </a:ext>
            </a:extLst>
          </p:cNvPr>
          <p:cNvSpPr/>
          <p:nvPr/>
        </p:nvSpPr>
        <p:spPr>
          <a:xfrm>
            <a:off x="1751752" y="1604672"/>
            <a:ext cx="3734903" cy="2346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如果反应物和生成物中都有气体，气体生成物就不注“↑”号。溶液中的反应，如果反应物和生成物中都有固体，固体生成物也不注“↓”号。</a:t>
            </a:r>
          </a:p>
        </p:txBody>
      </p:sp>
      <p:grpSp>
        <p:nvGrpSpPr>
          <p:cNvPr id="39" name="Group 67">
            <a:extLst>
              <a:ext uri="{FF2B5EF4-FFF2-40B4-BE49-F238E27FC236}">
                <a16:creationId xmlns:a16="http://schemas.microsoft.com/office/drawing/2014/main" id="{F83B5302-1AED-42BA-84FA-D4FCB03D3875}"/>
              </a:ext>
            </a:extLst>
          </p:cNvPr>
          <p:cNvGrpSpPr>
            <a:grpSpLocks/>
          </p:cNvGrpSpPr>
          <p:nvPr/>
        </p:nvGrpSpPr>
        <p:grpSpPr bwMode="auto">
          <a:xfrm>
            <a:off x="2352610" y="4263800"/>
            <a:ext cx="1989774" cy="517526"/>
            <a:chOff x="908" y="1992"/>
            <a:chExt cx="570" cy="326"/>
          </a:xfrm>
        </p:grpSpPr>
        <p:sp>
          <p:nvSpPr>
            <p:cNvPr id="40" name="Text Box 38">
              <a:extLst>
                <a:ext uri="{FF2B5EF4-FFF2-40B4-BE49-F238E27FC236}">
                  <a16:creationId xmlns:a16="http://schemas.microsoft.com/office/drawing/2014/main" id="{D8D19E77-123F-431F-AD3A-4EF622364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8" y="2066"/>
              <a:ext cx="570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0" lang="en-US" altLang="zh-CN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  +  O</a:t>
              </a:r>
              <a:r>
                <a:rPr kumimoji="0" lang="en-US" altLang="zh-CN" sz="20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 SO</a:t>
              </a:r>
              <a:r>
                <a:rPr kumimoji="0" lang="en-US" altLang="zh-CN" sz="20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2" name="Text Box 61">
              <a:extLst>
                <a:ext uri="{FF2B5EF4-FFF2-40B4-BE49-F238E27FC236}">
                  <a16:creationId xmlns:a16="http://schemas.microsoft.com/office/drawing/2014/main" id="{35C458B6-EA9F-47F1-B3C7-046A437C08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8" y="1992"/>
              <a:ext cx="156" cy="19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0" lang="zh-CN" altLang="en-US" sz="1400" kern="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点燃</a:t>
              </a:r>
            </a:p>
          </p:txBody>
        </p:sp>
      </p:grpSp>
      <p:sp>
        <p:nvSpPr>
          <p:cNvPr id="45" name="Text Box 53">
            <a:extLst>
              <a:ext uri="{FF2B5EF4-FFF2-40B4-BE49-F238E27FC236}">
                <a16:creationId xmlns:a16="http://schemas.microsoft.com/office/drawing/2014/main" id="{F44F6EB6-CA7F-494B-B38E-1F0D81069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5020" y="4898801"/>
            <a:ext cx="38528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Fe + CuSO</a:t>
            </a:r>
            <a:r>
              <a:rPr kumimoji="0" lang="en-US" altLang="zh-CN" sz="20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   Cu + FeSO</a:t>
            </a:r>
            <a:r>
              <a:rPr kumimoji="0" lang="en-US" altLang="zh-CN" sz="20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6" name="Line 64">
            <a:extLst>
              <a:ext uri="{FF2B5EF4-FFF2-40B4-BE49-F238E27FC236}">
                <a16:creationId xmlns:a16="http://schemas.microsoft.com/office/drawing/2014/main" id="{0B2F8BAD-816E-4323-9DDE-8A28D20C3D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90653" y="5161124"/>
            <a:ext cx="305706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kumimoji="0" lang="zh-CN" altLang="en-US" kern="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" name="Line 64">
            <a:extLst>
              <a:ext uri="{FF2B5EF4-FFF2-40B4-BE49-F238E27FC236}">
                <a16:creationId xmlns:a16="http://schemas.microsoft.com/office/drawing/2014/main" id="{AADCA517-FE59-49A7-8290-303ECADF09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93018" y="5101945"/>
            <a:ext cx="305706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kumimoji="0" lang="zh-CN" altLang="en-US" kern="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Line 64">
            <a:extLst>
              <a:ext uri="{FF2B5EF4-FFF2-40B4-BE49-F238E27FC236}">
                <a16:creationId xmlns:a16="http://schemas.microsoft.com/office/drawing/2014/main" id="{E3B697C6-9EEB-4D8B-AD30-01872FC3F9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7497" y="4659429"/>
            <a:ext cx="393992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kumimoji="0" lang="zh-CN" altLang="en-US" kern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" name="Line 64">
            <a:extLst>
              <a:ext uri="{FF2B5EF4-FFF2-40B4-BE49-F238E27FC236}">
                <a16:creationId xmlns:a16="http://schemas.microsoft.com/office/drawing/2014/main" id="{659D3914-97D8-4A91-92C7-F0FEF8564B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5130" y="4571776"/>
            <a:ext cx="396359" cy="9524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kumimoji="0" lang="zh-CN" altLang="en-US" kern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FCFA2BF-CAEB-4705-9FF8-6811A2275408}"/>
              </a:ext>
            </a:extLst>
          </p:cNvPr>
          <p:cNvSpPr txBox="1"/>
          <p:nvPr/>
        </p:nvSpPr>
        <p:spPr>
          <a:xfrm>
            <a:off x="2014800" y="1034514"/>
            <a:ext cx="2660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</a:t>
            </a:r>
            <a:endParaRPr kumimoji="1" lang="en-US" altLang="zh-CN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083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bldLvl="0" animBg="1"/>
      <p:bldP spid="67" grpId="1" bldLvl="0" animBg="1"/>
      <p:bldP spid="68" grpId="0" animBg="1"/>
      <p:bldP spid="5" grpId="0"/>
      <p:bldP spid="45" grpId="0"/>
      <p:bldP spid="46" grpId="0" animBg="1"/>
      <p:bldP spid="47" grpId="0" animBg="1"/>
      <p:bldP spid="50" grpId="0" animBg="1"/>
      <p:bldP spid="51" grpId="0" animBg="1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54355" y="7278739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2"/>
              <a:buChar char="u"/>
            </a:pPr>
            <a:r>
              <a:rPr kumimoji="1" lang="zh-CN" altLang="en-US" dirty="0"/>
              <a:t>实验与探究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369713" y="836028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实验名称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023464" y="914686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实验视频、图片</a:t>
            </a:r>
          </a:p>
        </p:txBody>
      </p:sp>
      <p:sp>
        <p:nvSpPr>
          <p:cNvPr id="5" name="梯形 4">
            <a:extLst>
              <a:ext uri="{FF2B5EF4-FFF2-40B4-BE49-F238E27FC236}">
                <a16:creationId xmlns:a16="http://schemas.microsoft.com/office/drawing/2014/main" id="{C6875379-C54A-0D42-AFF1-ACA7120AFAC0}"/>
              </a:ext>
            </a:extLst>
          </p:cNvPr>
          <p:cNvSpPr/>
          <p:nvPr/>
        </p:nvSpPr>
        <p:spPr>
          <a:xfrm rot="16200000">
            <a:off x="3110865" y="-1292225"/>
            <a:ext cx="9000490" cy="9442450"/>
          </a:xfrm>
          <a:prstGeom prst="trapezoid">
            <a:avLst>
              <a:gd name="adj" fmla="val 40376"/>
            </a:avLst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>
            <a:noFill/>
          </a:ln>
          <a:effectLst>
            <a:glow rad="139700">
              <a:srgbClr val="056B8E">
                <a:alpha val="25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BBE22E-1272-9844-B5E5-E6236C119F81}"/>
              </a:ext>
            </a:extLst>
          </p:cNvPr>
          <p:cNvSpPr txBox="1"/>
          <p:nvPr/>
        </p:nvSpPr>
        <p:spPr>
          <a:xfrm>
            <a:off x="1509395" y="1852295"/>
            <a:ext cx="3577590" cy="3153410"/>
          </a:xfrm>
          <a:prstGeom prst="rect">
            <a:avLst/>
          </a:prstGeom>
          <a:noFill/>
          <a:effectLst>
            <a:glow rad="1574800">
              <a:schemeClr val="accent6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r"/>
            <a:r>
              <a:rPr lang="en-US" altLang="zh-CN" sz="199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20D853B9-0F89-9940-9ABD-23A4AA9B4EA7}"/>
              </a:ext>
            </a:extLst>
          </p:cNvPr>
          <p:cNvSpPr/>
          <p:nvPr/>
        </p:nvSpPr>
        <p:spPr>
          <a:xfrm rot="16200000">
            <a:off x="5590693" y="-1278435"/>
            <a:ext cx="9000490" cy="9442450"/>
          </a:xfrm>
          <a:prstGeom prst="trapezoid">
            <a:avLst>
              <a:gd name="adj" fmla="val 40376"/>
            </a:avLst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>
            <a:noFill/>
          </a:ln>
          <a:effectLst>
            <a:glow rad="139700">
              <a:srgbClr val="056B8E">
                <a:alpha val="25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9300EA2-D965-2B4B-895C-DF110F792EF4}"/>
              </a:ext>
            </a:extLst>
          </p:cNvPr>
          <p:cNvSpPr txBox="1"/>
          <p:nvPr/>
        </p:nvSpPr>
        <p:spPr>
          <a:xfrm>
            <a:off x="5553130" y="2474202"/>
            <a:ext cx="6476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化学方程式的配平方法</a:t>
            </a:r>
            <a:endParaRPr kumimoji="1" lang="en-US" altLang="zh-CN" sz="48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4718C9AB-32A1-BE49-811E-4987B143A824}"/>
              </a:ext>
            </a:extLst>
          </p:cNvPr>
          <p:cNvSpPr/>
          <p:nvPr/>
        </p:nvSpPr>
        <p:spPr>
          <a:xfrm>
            <a:off x="5620687" y="3581517"/>
            <a:ext cx="1523597" cy="415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1.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 观察法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4718C9AB-32A1-BE49-811E-4987B143A824}"/>
              </a:ext>
            </a:extLst>
          </p:cNvPr>
          <p:cNvSpPr/>
          <p:nvPr/>
        </p:nvSpPr>
        <p:spPr>
          <a:xfrm>
            <a:off x="5620687" y="3936932"/>
            <a:ext cx="1600509" cy="415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2.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 最小公倍数</a:t>
            </a: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4718C9AB-32A1-BE49-811E-4987B143A824}"/>
              </a:ext>
            </a:extLst>
          </p:cNvPr>
          <p:cNvSpPr/>
          <p:nvPr/>
        </p:nvSpPr>
        <p:spPr>
          <a:xfrm>
            <a:off x="5620687" y="4292347"/>
            <a:ext cx="1600509" cy="415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3.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 设“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”法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Light" charset="-122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4718C9AB-32A1-BE49-811E-4987B143A824}"/>
              </a:ext>
            </a:extLst>
          </p:cNvPr>
          <p:cNvSpPr/>
          <p:nvPr/>
        </p:nvSpPr>
        <p:spPr>
          <a:xfrm>
            <a:off x="5620688" y="4647761"/>
            <a:ext cx="1668876" cy="415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4.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 奇数配偶法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4631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49BA6108-1692-254D-9D93-4BC5BA03054E}"/>
              </a:ext>
            </a:extLst>
          </p:cNvPr>
          <p:cNvSpPr txBox="1"/>
          <p:nvPr/>
        </p:nvSpPr>
        <p:spPr>
          <a:xfrm>
            <a:off x="1172554" y="1229843"/>
            <a:ext cx="26606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kumimoji="1" lang="zh-CN" altLang="en-US" sz="2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观察法</a:t>
            </a:r>
            <a:endParaRPr kumimoji="1" lang="en-US" altLang="zh-CN" sz="26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2" name="组 1"/>
          <p:cNvGrpSpPr/>
          <p:nvPr/>
        </p:nvGrpSpPr>
        <p:grpSpPr>
          <a:xfrm>
            <a:off x="2809610" y="1986831"/>
            <a:ext cx="3527906" cy="1916523"/>
            <a:chOff x="1068526" y="2133878"/>
            <a:chExt cx="3527906" cy="1916523"/>
          </a:xfrm>
        </p:grpSpPr>
        <p:sp>
          <p:nvSpPr>
            <p:cNvPr id="15" name="Text Box 38">
              <a:extLst>
                <a:ext uri="{FF2B5EF4-FFF2-40B4-BE49-F238E27FC236}">
                  <a16:creationId xmlns:a16="http://schemas.microsoft.com/office/drawing/2014/main" id="{FABA74DF-493E-4FB1-A6FC-BCDB814ED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3141" y="2283610"/>
              <a:ext cx="2374368" cy="4001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0" lang="en-US" altLang="zh-CN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  +  O</a:t>
              </a:r>
              <a:r>
                <a:rPr kumimoji="0" lang="en-US" altLang="zh-CN" sz="20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  <a:r>
                <a:rPr kumimoji="0" lang="en-US" altLang="zh-CN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     SO</a:t>
              </a:r>
              <a:r>
                <a:rPr kumimoji="0" lang="en-US" altLang="zh-CN" sz="20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6" name="Text Box 61">
              <a:extLst>
                <a:ext uri="{FF2B5EF4-FFF2-40B4-BE49-F238E27FC236}">
                  <a16:creationId xmlns:a16="http://schemas.microsoft.com/office/drawing/2014/main" id="{63D4D006-3517-4238-9602-9C6C326E56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6479" y="2133878"/>
              <a:ext cx="595035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0" lang="zh-CN" altLang="en-US" sz="1600" kern="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点燃</a:t>
              </a:r>
            </a:p>
          </p:txBody>
        </p:sp>
        <p:sp>
          <p:nvSpPr>
            <p:cNvPr id="17" name="Line 64">
              <a:extLst>
                <a:ext uri="{FF2B5EF4-FFF2-40B4-BE49-F238E27FC236}">
                  <a16:creationId xmlns:a16="http://schemas.microsoft.com/office/drawing/2014/main" id="{30BE95CF-E303-4415-9DC4-DF95EC9B23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46429" y="2521607"/>
              <a:ext cx="620713" cy="31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endParaRPr kumimoji="0" lang="zh-CN" altLang="en-US" sz="2000" kern="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Line 64">
              <a:extLst>
                <a:ext uri="{FF2B5EF4-FFF2-40B4-BE49-F238E27FC236}">
                  <a16:creationId xmlns:a16="http://schemas.microsoft.com/office/drawing/2014/main" id="{C96D1396-B3BC-436D-99A0-E9FCF1136A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40397" y="2453576"/>
              <a:ext cx="620713" cy="31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endParaRPr kumimoji="0" lang="zh-CN" altLang="en-US" sz="2000" kern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Text Box 38">
              <a:extLst>
                <a:ext uri="{FF2B5EF4-FFF2-40B4-BE49-F238E27FC236}">
                  <a16:creationId xmlns:a16="http://schemas.microsoft.com/office/drawing/2014/main" id="{C7EBDD96-246B-4FC1-BAD2-234A0F319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8526" y="2985974"/>
              <a:ext cx="2603598" cy="4001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0" lang="en-US" altLang="zh-CN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C  +  O</a:t>
              </a:r>
              <a:r>
                <a:rPr kumimoji="0" lang="en-US" altLang="zh-CN" sz="20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    </a:t>
              </a:r>
              <a:r>
                <a:rPr kumimoji="0" lang="zh-CN" altLang="en-US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  <a:r>
                <a:rPr kumimoji="0" lang="en-US" altLang="zh-CN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CO</a:t>
              </a:r>
              <a:endParaRPr kumimoji="0" lang="en-US" altLang="zh-CN" sz="2000" kern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Text Box 38">
              <a:extLst>
                <a:ext uri="{FF2B5EF4-FFF2-40B4-BE49-F238E27FC236}">
                  <a16:creationId xmlns:a16="http://schemas.microsoft.com/office/drawing/2014/main" id="{68AE23DA-09B5-4EBE-8D3F-3DABA85B58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3461" y="3650291"/>
              <a:ext cx="3122971" cy="4001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  <a:r>
                <a:rPr kumimoji="0" lang="en-US" altLang="zh-CN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H</a:t>
              </a:r>
              <a:r>
                <a:rPr kumimoji="0" lang="en-US" altLang="zh-CN" sz="20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O </a:t>
              </a:r>
              <a:r>
                <a:rPr kumimoji="0" lang="zh-CN" altLang="en-US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  <a:r>
                <a:rPr kumimoji="0" lang="en-US" altLang="zh-CN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   </a:t>
              </a:r>
              <a:r>
                <a:rPr lang="en-US" altLang="zh-CN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H</a:t>
              </a:r>
              <a:r>
                <a:rPr kumimoji="0" lang="en-US" altLang="zh-CN" sz="20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↑  +  O</a:t>
              </a:r>
              <a:r>
                <a:rPr kumimoji="0" lang="en-US" altLang="zh-CN" sz="20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↑</a:t>
              </a:r>
              <a:endParaRPr kumimoji="0" lang="en-US" altLang="zh-CN" sz="2000" kern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Line 64">
              <a:extLst>
                <a:ext uri="{FF2B5EF4-FFF2-40B4-BE49-F238E27FC236}">
                  <a16:creationId xmlns:a16="http://schemas.microsoft.com/office/drawing/2014/main" id="{C96D1396-B3BC-436D-99A0-E9FCF1136A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62930" y="3175143"/>
              <a:ext cx="620713" cy="31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endParaRPr kumimoji="0" lang="zh-CN" altLang="en-US" sz="2000" kern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Line 64">
              <a:extLst>
                <a:ext uri="{FF2B5EF4-FFF2-40B4-BE49-F238E27FC236}">
                  <a16:creationId xmlns:a16="http://schemas.microsoft.com/office/drawing/2014/main" id="{C96D1396-B3BC-436D-99A0-E9FCF1136A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76649" y="3837671"/>
              <a:ext cx="620713" cy="31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endParaRPr kumimoji="0" lang="zh-CN" altLang="en-US" sz="2000" kern="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78" name="图片 77">
            <a:extLst>
              <a:ext uri="{FF2B5EF4-FFF2-40B4-BE49-F238E27FC236}">
                <a16:creationId xmlns:a16="http://schemas.microsoft.com/office/drawing/2014/main" id="{A5724BB5-4236-4238-A470-241AE88FE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6102" y="984171"/>
            <a:ext cx="718798" cy="3709511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411430DF-0480-44B3-99F6-322A41A58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9104" y="984171"/>
            <a:ext cx="716319" cy="3709511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E8E66890-6674-4F73-91B0-BE720A0FA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628" y="842227"/>
            <a:ext cx="697089" cy="385145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A58A967-EF6A-49BE-A398-1C2D7842489E}"/>
              </a:ext>
            </a:extLst>
          </p:cNvPr>
          <p:cNvSpPr/>
          <p:nvPr/>
        </p:nvSpPr>
        <p:spPr>
          <a:xfrm>
            <a:off x="2788427" y="2856938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kern="0" dirty="0">
                <a:solidFill>
                  <a:srgbClr val="FFC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endParaRPr lang="zh-CN" altLang="en-US" sz="2000" dirty="0">
              <a:solidFill>
                <a:srgbClr val="FFC0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0106533-AD61-4911-A67F-40CF3F298D1F}"/>
              </a:ext>
            </a:extLst>
          </p:cNvPr>
          <p:cNvSpPr/>
          <p:nvPr/>
        </p:nvSpPr>
        <p:spPr>
          <a:xfrm>
            <a:off x="4656025" y="284793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kern="0" dirty="0">
                <a:solidFill>
                  <a:srgbClr val="FFC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endParaRPr lang="zh-CN" altLang="en-US" sz="2000" dirty="0">
              <a:solidFill>
                <a:srgbClr val="FFC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940F3E-AFBE-444D-95B5-7BA20EC6F764}"/>
              </a:ext>
            </a:extLst>
          </p:cNvPr>
          <p:cNvSpPr/>
          <p:nvPr/>
        </p:nvSpPr>
        <p:spPr>
          <a:xfrm>
            <a:off x="3214545" y="3514444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kern="0" dirty="0">
                <a:solidFill>
                  <a:srgbClr val="FFC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endParaRPr lang="zh-CN" altLang="en-US" sz="2000" dirty="0">
              <a:solidFill>
                <a:srgbClr val="FFC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F536CFB-8B81-4462-879E-B001688DFB76}"/>
              </a:ext>
            </a:extLst>
          </p:cNvPr>
          <p:cNvSpPr/>
          <p:nvPr/>
        </p:nvSpPr>
        <p:spPr>
          <a:xfrm>
            <a:off x="4695362" y="3503244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kern="0" dirty="0">
                <a:solidFill>
                  <a:srgbClr val="FFC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endParaRPr lang="zh-CN" altLang="en-US" sz="2000" dirty="0">
              <a:solidFill>
                <a:srgbClr val="FFC000"/>
              </a:solidFill>
            </a:endParaRPr>
          </a:p>
        </p:txBody>
      </p:sp>
      <p:sp>
        <p:nvSpPr>
          <p:cNvPr id="29" name="Line 64">
            <a:extLst>
              <a:ext uri="{FF2B5EF4-FFF2-40B4-BE49-F238E27FC236}">
                <a16:creationId xmlns:a16="http://schemas.microsoft.com/office/drawing/2014/main" id="{9087D938-27FB-49EF-BFFE-E8D2168FFD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04014" y="3092918"/>
            <a:ext cx="620713" cy="317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kumimoji="0" lang="zh-CN" altLang="en-US" sz="2000" kern="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Text Box 61">
            <a:extLst>
              <a:ext uri="{FF2B5EF4-FFF2-40B4-BE49-F238E27FC236}">
                <a16:creationId xmlns:a16="http://schemas.microsoft.com/office/drawing/2014/main" id="{51BA0C69-7E17-4F6A-859B-A92EC6A5F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7159" y="2706639"/>
            <a:ext cx="595035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sz="1600" kern="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点燃</a:t>
            </a:r>
          </a:p>
        </p:txBody>
      </p:sp>
      <p:sp>
        <p:nvSpPr>
          <p:cNvPr id="32" name="Line 64">
            <a:extLst>
              <a:ext uri="{FF2B5EF4-FFF2-40B4-BE49-F238E27FC236}">
                <a16:creationId xmlns:a16="http://schemas.microsoft.com/office/drawing/2014/main" id="{4B9E567D-9091-4A35-9E8C-EB31879BCB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7563" y="3752491"/>
            <a:ext cx="620713" cy="317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kumimoji="0" lang="zh-CN" altLang="en-US" sz="2000" kern="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Text Box 61">
            <a:extLst>
              <a:ext uri="{FF2B5EF4-FFF2-40B4-BE49-F238E27FC236}">
                <a16:creationId xmlns:a16="http://schemas.microsoft.com/office/drawing/2014/main" id="{D0F0B89C-F957-46F1-BF78-D392E1F84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401" y="3375945"/>
            <a:ext cx="595035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sz="1600" kern="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通电</a:t>
            </a:r>
          </a:p>
        </p:txBody>
      </p:sp>
    </p:spTree>
    <p:extLst>
      <p:ext uri="{BB962C8B-B14F-4D97-AF65-F5344CB8AC3E}">
        <p14:creationId xmlns:p14="http://schemas.microsoft.com/office/powerpoint/2010/main" val="129431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3" grpId="0"/>
      <p:bldP spid="25" grpId="0"/>
      <p:bldP spid="27" grpId="0"/>
      <p:bldP spid="29" grpId="0" animBg="1"/>
      <p:bldP spid="31" grpId="0"/>
      <p:bldP spid="32" grpId="0" animBg="1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7F93985-A883-E648-843F-20E26302484C}"/>
              </a:ext>
            </a:extLst>
          </p:cNvPr>
          <p:cNvSpPr txBox="1"/>
          <p:nvPr/>
        </p:nvSpPr>
        <p:spPr>
          <a:xfrm>
            <a:off x="726113" y="1629953"/>
            <a:ext cx="26606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kumimoji="1" lang="zh-CN" altLang="en-US" sz="2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最小公倍数</a:t>
            </a:r>
            <a:endParaRPr kumimoji="1" lang="en-US" altLang="zh-CN" sz="26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Rectangle 7">
            <a:extLst>
              <a:ext uri="{FF2B5EF4-FFF2-40B4-BE49-F238E27FC236}">
                <a16:creationId xmlns:a16="http://schemas.microsoft.com/office/drawing/2014/main" id="{344A51AE-AD51-AD43-980D-A19FD4F920C1}"/>
              </a:ext>
            </a:extLst>
          </p:cNvPr>
          <p:cNvSpPr/>
          <p:nvPr/>
        </p:nvSpPr>
        <p:spPr>
          <a:xfrm>
            <a:off x="1099787" y="2155073"/>
            <a:ext cx="5031159" cy="2348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选择短线左右两边各只出现一次且个数最多的原子，求出其最小公倍数，再以最小公倍数分别除以该原子在不同化学式中的个数，作为该化学式的化学计量数，并由此推出其它的化学计量数。</a:t>
            </a:r>
          </a:p>
        </p:txBody>
      </p:sp>
      <p:grpSp>
        <p:nvGrpSpPr>
          <p:cNvPr id="3" name="组 2"/>
          <p:cNvGrpSpPr/>
          <p:nvPr/>
        </p:nvGrpSpPr>
        <p:grpSpPr>
          <a:xfrm>
            <a:off x="1923626" y="4748507"/>
            <a:ext cx="2750881" cy="461665"/>
            <a:chOff x="1752478" y="5788817"/>
            <a:chExt cx="2750881" cy="461665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E614755-26BB-4ACB-A183-E479432BA8D6}"/>
                </a:ext>
              </a:extLst>
            </p:cNvPr>
            <p:cNvSpPr/>
            <p:nvPr/>
          </p:nvSpPr>
          <p:spPr>
            <a:xfrm>
              <a:off x="1752478" y="5788817"/>
              <a:ext cx="275088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</a:t>
              </a:r>
              <a:r>
                <a:rPr lang="zh-CN" altLang="en-US" sz="24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+   O</a:t>
              </a:r>
              <a:r>
                <a:rPr lang="en-US" altLang="zh-CN" sz="2400" baseline="-25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2</a:t>
              </a:r>
              <a:r>
                <a:rPr lang="zh-CN" altLang="en-US" sz="24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           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</a:t>
              </a:r>
              <a:r>
                <a:rPr lang="en-US" altLang="zh-CN" sz="2400" baseline="-25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2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O</a:t>
              </a:r>
              <a:r>
                <a:rPr lang="en-US" altLang="zh-CN" sz="2400" baseline="-250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5</a:t>
              </a:r>
              <a:endParaRPr lang="zh-CN" altLang="en-US" sz="2400" baseline="-2500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cxnSp>
          <p:nvCxnSpPr>
            <p:cNvPr id="37" name="直接连接符 52">
              <a:extLst>
                <a:ext uri="{FF2B5EF4-FFF2-40B4-BE49-F238E27FC236}">
                  <a16:creationId xmlns:a16="http://schemas.microsoft.com/office/drawing/2014/main" id="{F02CBC45-A545-49FD-A57D-CDC64D4909C4}"/>
                </a:ext>
              </a:extLst>
            </p:cNvPr>
            <p:cNvCxnSpPr>
              <a:cxnSpLocks/>
            </p:cNvCxnSpPr>
            <p:nvPr/>
          </p:nvCxnSpPr>
          <p:spPr>
            <a:xfrm>
              <a:off x="2871017" y="6035997"/>
              <a:ext cx="51285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组 5"/>
          <p:cNvGrpSpPr/>
          <p:nvPr/>
        </p:nvGrpSpPr>
        <p:grpSpPr>
          <a:xfrm>
            <a:off x="5886385" y="630823"/>
            <a:ext cx="5567843" cy="5065083"/>
            <a:chOff x="5886385" y="630823"/>
            <a:chExt cx="5567843" cy="5065083"/>
          </a:xfrm>
        </p:grpSpPr>
        <p:grpSp>
          <p:nvGrpSpPr>
            <p:cNvPr id="4" name="组 3"/>
            <p:cNvGrpSpPr/>
            <p:nvPr/>
          </p:nvGrpSpPr>
          <p:grpSpPr>
            <a:xfrm>
              <a:off x="5886385" y="630823"/>
              <a:ext cx="5567843" cy="5065083"/>
              <a:chOff x="5886385" y="630823"/>
              <a:chExt cx="5567843" cy="5065083"/>
            </a:xfrm>
          </p:grpSpPr>
          <p:sp>
            <p:nvSpPr>
              <p:cNvPr id="42" name="圆角矩形 41">
                <a:extLst>
                  <a:ext uri="{FF2B5EF4-FFF2-40B4-BE49-F238E27FC236}">
                    <a16:creationId xmlns:a16="http://schemas.microsoft.com/office/drawing/2014/main" id="{13F40D25-BE40-444B-9B74-456E6B1EC323}"/>
                  </a:ext>
                </a:extLst>
              </p:cNvPr>
              <p:cNvSpPr/>
              <p:nvPr/>
            </p:nvSpPr>
            <p:spPr>
              <a:xfrm>
                <a:off x="6504150" y="1553772"/>
                <a:ext cx="4950078" cy="4142134"/>
              </a:xfrm>
              <a:prstGeom prst="roundRect">
                <a:avLst>
                  <a:gd name="adj" fmla="val 6234"/>
                </a:avLst>
              </a:prstGeom>
              <a:solidFill>
                <a:schemeClr val="bg1">
                  <a:alpha val="1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DF5553B0-6954-5F4E-A2C8-32A2CC4112BC}"/>
                  </a:ext>
                </a:extLst>
              </p:cNvPr>
              <p:cNvSpPr/>
              <p:nvPr/>
            </p:nvSpPr>
            <p:spPr>
              <a:xfrm>
                <a:off x="5886385" y="630823"/>
                <a:ext cx="1600816" cy="1600816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5E85EBBA-EBF4-AF45-A12E-F2783500395F}"/>
                  </a:ext>
                </a:extLst>
              </p:cNvPr>
              <p:cNvSpPr/>
              <p:nvPr/>
            </p:nvSpPr>
            <p:spPr>
              <a:xfrm>
                <a:off x="5965007" y="716548"/>
                <a:ext cx="1424233" cy="1424233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FACFD7F-AE65-AA47-94CE-D495CB2D14A5}"/>
                  </a:ext>
                </a:extLst>
              </p:cNvPr>
              <p:cNvSpPr/>
              <p:nvPr/>
            </p:nvSpPr>
            <p:spPr>
              <a:xfrm>
                <a:off x="6057412" y="809715"/>
                <a:ext cx="1246158" cy="124615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FE9986D8-43EE-5C46-9AFA-6CE5929D390B}"/>
                  </a:ext>
                </a:extLst>
              </p:cNvPr>
              <p:cNvSpPr txBox="1"/>
              <p:nvPr/>
            </p:nvSpPr>
            <p:spPr>
              <a:xfrm>
                <a:off x="6313598" y="1229843"/>
                <a:ext cx="7463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000" dirty="0">
                    <a:solidFill>
                      <a:srgbClr val="056B8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练习</a:t>
                </a:r>
                <a:endParaRPr kumimoji="1" lang="en-US" altLang="zh-CN" sz="2000" dirty="0">
                  <a:solidFill>
                    <a:srgbClr val="056B8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sp>
          <p:nvSpPr>
            <p:cNvPr id="45" name="Text Box 14">
              <a:extLst>
                <a:ext uri="{FF2B5EF4-FFF2-40B4-BE49-F238E27FC236}">
                  <a16:creationId xmlns:a16="http://schemas.microsoft.com/office/drawing/2014/main" id="{7CCFB21A-5D2B-47F0-986F-AF365AB57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5964" y="2622406"/>
              <a:ext cx="3999337" cy="496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kumimoji="0"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 Light" charset="-122"/>
                </a:rPr>
                <a:t>配平下列方程式：</a:t>
              </a:r>
            </a:p>
          </p:txBody>
        </p:sp>
      </p:grpSp>
      <p:sp>
        <p:nvSpPr>
          <p:cNvPr id="46" name="矩形 45">
            <a:extLst>
              <a:ext uri="{FF2B5EF4-FFF2-40B4-BE49-F238E27FC236}">
                <a16:creationId xmlns:a16="http://schemas.microsoft.com/office/drawing/2014/main" id="{2EFC6B90-FF20-4BA4-9920-6A6B16A9FCF4}"/>
              </a:ext>
            </a:extLst>
          </p:cNvPr>
          <p:cNvSpPr/>
          <p:nvPr/>
        </p:nvSpPr>
        <p:spPr>
          <a:xfrm>
            <a:off x="6681322" y="3371263"/>
            <a:ext cx="3879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  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KClO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altLang="zh-C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KCl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+     O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endParaRPr lang="zh-CN" altLang="en-US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接连接符 17">
            <a:extLst>
              <a:ext uri="{FF2B5EF4-FFF2-40B4-BE49-F238E27FC236}">
                <a16:creationId xmlns:a16="http://schemas.microsoft.com/office/drawing/2014/main" id="{C311FC5C-74D2-4B17-A074-31A9E044C19F}"/>
              </a:ext>
            </a:extLst>
          </p:cNvPr>
          <p:cNvCxnSpPr>
            <a:cxnSpLocks/>
          </p:cNvCxnSpPr>
          <p:nvPr/>
        </p:nvCxnSpPr>
        <p:spPr>
          <a:xfrm>
            <a:off x="8222651" y="3532703"/>
            <a:ext cx="64770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19">
            <a:extLst>
              <a:ext uri="{FF2B5EF4-FFF2-40B4-BE49-F238E27FC236}">
                <a16:creationId xmlns:a16="http://schemas.microsoft.com/office/drawing/2014/main" id="{B9D38D51-5151-4625-A622-E1D85D2709F5}"/>
              </a:ext>
            </a:extLst>
          </p:cNvPr>
          <p:cNvCxnSpPr>
            <a:cxnSpLocks/>
          </p:cNvCxnSpPr>
          <p:nvPr/>
        </p:nvCxnSpPr>
        <p:spPr>
          <a:xfrm>
            <a:off x="8222651" y="3602340"/>
            <a:ext cx="64770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等腰三角形 20">
            <a:extLst>
              <a:ext uri="{FF2B5EF4-FFF2-40B4-BE49-F238E27FC236}">
                <a16:creationId xmlns:a16="http://schemas.microsoft.com/office/drawing/2014/main" id="{074DB98A-48A4-48EE-A210-233704B75134}"/>
              </a:ext>
            </a:extLst>
          </p:cNvPr>
          <p:cNvSpPr/>
          <p:nvPr/>
        </p:nvSpPr>
        <p:spPr>
          <a:xfrm>
            <a:off x="8425620" y="3674523"/>
            <a:ext cx="209845" cy="117435"/>
          </a:xfrm>
          <a:prstGeom prst="triangl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2F9D876-5824-48D1-9ED2-D5778900678E}"/>
              </a:ext>
            </a:extLst>
          </p:cNvPr>
          <p:cNvSpPr/>
          <p:nvPr/>
        </p:nvSpPr>
        <p:spPr>
          <a:xfrm>
            <a:off x="8233779" y="3207710"/>
            <a:ext cx="6687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MnO</a:t>
            </a:r>
            <a:r>
              <a:rPr lang="en-US" altLang="zh-CN" sz="14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9" name="组 8"/>
          <p:cNvGrpSpPr/>
          <p:nvPr/>
        </p:nvGrpSpPr>
        <p:grpSpPr>
          <a:xfrm>
            <a:off x="6690899" y="3896950"/>
            <a:ext cx="4464940" cy="369332"/>
            <a:chOff x="6690899" y="3896950"/>
            <a:chExt cx="4464940" cy="369332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1BAB7183-06BD-4420-9E4A-D2142C18D9DE}"/>
                </a:ext>
              </a:extLst>
            </p:cNvPr>
            <p:cNvSpPr/>
            <p:nvPr/>
          </p:nvSpPr>
          <p:spPr>
            <a:xfrm>
              <a:off x="6690899" y="3896950"/>
              <a:ext cx="44649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）    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 +       Fe</a:t>
              </a:r>
              <a:r>
                <a:rPr lang="en-US" altLang="zh-CN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CN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</a:t>
              </a:r>
              <a:r>
                <a:rPr lang="en-US" altLang="zh-CN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CN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     Fe</a:t>
              </a:r>
              <a:endParaRPr lang="zh-CN" altLang="en-US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5" name="直接连接符 26">
              <a:extLst>
                <a:ext uri="{FF2B5EF4-FFF2-40B4-BE49-F238E27FC236}">
                  <a16:creationId xmlns:a16="http://schemas.microsoft.com/office/drawing/2014/main" id="{4C242366-3500-4356-8AED-258234F2D67A}"/>
                </a:ext>
              </a:extLst>
            </p:cNvPr>
            <p:cNvCxnSpPr>
              <a:cxnSpLocks/>
            </p:cNvCxnSpPr>
            <p:nvPr/>
          </p:nvCxnSpPr>
          <p:spPr>
            <a:xfrm>
              <a:off x="8954187" y="4118099"/>
              <a:ext cx="33610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连接符 27">
              <a:extLst>
                <a:ext uri="{FF2B5EF4-FFF2-40B4-BE49-F238E27FC236}">
                  <a16:creationId xmlns:a16="http://schemas.microsoft.com/office/drawing/2014/main" id="{4FE46B90-5ADA-421F-BF34-400DC88D26AA}"/>
                </a:ext>
              </a:extLst>
            </p:cNvPr>
            <p:cNvCxnSpPr>
              <a:cxnSpLocks/>
            </p:cNvCxnSpPr>
            <p:nvPr/>
          </p:nvCxnSpPr>
          <p:spPr>
            <a:xfrm>
              <a:off x="8954187" y="4061164"/>
              <a:ext cx="33610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组 7"/>
          <p:cNvGrpSpPr/>
          <p:nvPr/>
        </p:nvGrpSpPr>
        <p:grpSpPr>
          <a:xfrm>
            <a:off x="7260072" y="3694338"/>
            <a:ext cx="2791064" cy="561"/>
            <a:chOff x="7260072" y="3694338"/>
            <a:chExt cx="2791064" cy="561"/>
          </a:xfrm>
        </p:grpSpPr>
        <p:cxnSp>
          <p:nvCxnSpPr>
            <p:cNvPr id="51" name="直接连接符 21">
              <a:extLst>
                <a:ext uri="{FF2B5EF4-FFF2-40B4-BE49-F238E27FC236}">
                  <a16:creationId xmlns:a16="http://schemas.microsoft.com/office/drawing/2014/main" id="{2A2A8381-F71D-4C79-9516-22ADC4C24DAB}"/>
                </a:ext>
              </a:extLst>
            </p:cNvPr>
            <p:cNvCxnSpPr>
              <a:cxnSpLocks/>
            </p:cNvCxnSpPr>
            <p:nvPr/>
          </p:nvCxnSpPr>
          <p:spPr>
            <a:xfrm>
              <a:off x="9805540" y="3694899"/>
              <a:ext cx="2455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连接符 23">
              <a:extLst>
                <a:ext uri="{FF2B5EF4-FFF2-40B4-BE49-F238E27FC236}">
                  <a16:creationId xmlns:a16="http://schemas.microsoft.com/office/drawing/2014/main" id="{002C8720-59BF-4FA4-A2F0-8508D556BC12}"/>
                </a:ext>
              </a:extLst>
            </p:cNvPr>
            <p:cNvCxnSpPr>
              <a:cxnSpLocks/>
            </p:cNvCxnSpPr>
            <p:nvPr/>
          </p:nvCxnSpPr>
          <p:spPr>
            <a:xfrm>
              <a:off x="8891424" y="3694338"/>
              <a:ext cx="26778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接连接符 24">
              <a:extLst>
                <a:ext uri="{FF2B5EF4-FFF2-40B4-BE49-F238E27FC236}">
                  <a16:creationId xmlns:a16="http://schemas.microsoft.com/office/drawing/2014/main" id="{0AB291F6-200F-4CBE-8AB8-9ABD709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7260072" y="3694338"/>
              <a:ext cx="2674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组 9"/>
          <p:cNvGrpSpPr/>
          <p:nvPr/>
        </p:nvGrpSpPr>
        <p:grpSpPr>
          <a:xfrm>
            <a:off x="7260072" y="4186065"/>
            <a:ext cx="3472033" cy="8702"/>
            <a:chOff x="7260072" y="4186065"/>
            <a:chExt cx="3472033" cy="8702"/>
          </a:xfrm>
        </p:grpSpPr>
        <p:cxnSp>
          <p:nvCxnSpPr>
            <p:cNvPr id="69" name="直接连接符 24">
              <a:extLst>
                <a:ext uri="{FF2B5EF4-FFF2-40B4-BE49-F238E27FC236}">
                  <a16:creationId xmlns:a16="http://schemas.microsoft.com/office/drawing/2014/main" id="{0AB291F6-200F-4CBE-8AB8-9ABD709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7260072" y="4187803"/>
              <a:ext cx="2674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直接连接符 24">
              <a:extLst>
                <a:ext uri="{FF2B5EF4-FFF2-40B4-BE49-F238E27FC236}">
                  <a16:creationId xmlns:a16="http://schemas.microsoft.com/office/drawing/2014/main" id="{0AB291F6-200F-4CBE-8AB8-9ABD709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8023608" y="4186065"/>
              <a:ext cx="2674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直接连接符 24">
              <a:extLst>
                <a:ext uri="{FF2B5EF4-FFF2-40B4-BE49-F238E27FC236}">
                  <a16:creationId xmlns:a16="http://schemas.microsoft.com/office/drawing/2014/main" id="{0AB291F6-200F-4CBE-8AB8-9ABD709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9358685" y="4186065"/>
              <a:ext cx="2674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直接连接符 24">
              <a:extLst>
                <a:ext uri="{FF2B5EF4-FFF2-40B4-BE49-F238E27FC236}">
                  <a16:creationId xmlns:a16="http://schemas.microsoft.com/office/drawing/2014/main" id="{0AB291F6-200F-4CBE-8AB8-9ABD709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10464609" y="4194767"/>
              <a:ext cx="2674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AA8FF964-A837-408A-8CCC-5BDD61AEC72F}"/>
              </a:ext>
            </a:extLst>
          </p:cNvPr>
          <p:cNvSpPr txBox="1"/>
          <p:nvPr/>
        </p:nvSpPr>
        <p:spPr>
          <a:xfrm>
            <a:off x="7225521" y="33615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2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D47D061-9E9F-4E6E-8226-9BD7C2CF9000}"/>
              </a:ext>
            </a:extLst>
          </p:cNvPr>
          <p:cNvSpPr txBox="1"/>
          <p:nvPr/>
        </p:nvSpPr>
        <p:spPr>
          <a:xfrm>
            <a:off x="8875274" y="337943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2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9DC0301F-F323-4CFD-9F4B-784A3030B5D2}"/>
              </a:ext>
            </a:extLst>
          </p:cNvPr>
          <p:cNvSpPr txBox="1"/>
          <p:nvPr/>
        </p:nvSpPr>
        <p:spPr>
          <a:xfrm>
            <a:off x="9821885" y="33499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3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B805505-6E15-4574-A61F-C01BEAEB5061}"/>
              </a:ext>
            </a:extLst>
          </p:cNvPr>
          <p:cNvSpPr txBox="1"/>
          <p:nvPr/>
        </p:nvSpPr>
        <p:spPr>
          <a:xfrm>
            <a:off x="7247900" y="38631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8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03D0B011-F656-47E1-9828-D85F736D25AD}"/>
              </a:ext>
            </a:extLst>
          </p:cNvPr>
          <p:cNvSpPr txBox="1"/>
          <p:nvPr/>
        </p:nvSpPr>
        <p:spPr>
          <a:xfrm>
            <a:off x="8023608" y="386589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3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81C71CB-3277-4C2A-A60D-DC5D5CAA74EF}"/>
              </a:ext>
            </a:extLst>
          </p:cNvPr>
          <p:cNvSpPr txBox="1"/>
          <p:nvPr/>
        </p:nvSpPr>
        <p:spPr>
          <a:xfrm>
            <a:off x="9350204" y="386589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4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AA474AC1-4979-43C5-9A82-00CF6C51091F}"/>
              </a:ext>
            </a:extLst>
          </p:cNvPr>
          <p:cNvSpPr txBox="1"/>
          <p:nvPr/>
        </p:nvSpPr>
        <p:spPr>
          <a:xfrm>
            <a:off x="10448316" y="38893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9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E3F0F5B-F30F-496A-91D0-9BCF7EF0F8B2}"/>
              </a:ext>
            </a:extLst>
          </p:cNvPr>
          <p:cNvSpPr txBox="1"/>
          <p:nvPr/>
        </p:nvSpPr>
        <p:spPr>
          <a:xfrm>
            <a:off x="2363867" y="475629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5</a:t>
            </a:r>
            <a:endParaRPr lang="zh-CN" altLang="en-US" sz="2400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3BE121D-C06B-4885-A74C-8B5AA2922B31}"/>
              </a:ext>
            </a:extLst>
          </p:cNvPr>
          <p:cNvSpPr txBox="1"/>
          <p:nvPr/>
        </p:nvSpPr>
        <p:spPr>
          <a:xfrm>
            <a:off x="3588849" y="476408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2</a:t>
            </a:r>
            <a:endParaRPr lang="zh-CN" altLang="en-US" sz="2400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F8BE3675-AC14-4CD8-A19E-A53F92D5B789}"/>
              </a:ext>
            </a:extLst>
          </p:cNvPr>
          <p:cNvSpPr txBox="1"/>
          <p:nvPr/>
        </p:nvSpPr>
        <p:spPr>
          <a:xfrm>
            <a:off x="1716431" y="474623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4</a:t>
            </a:r>
            <a:endParaRPr lang="zh-CN" altLang="en-US" sz="2400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7" name="直接连接符 48">
            <a:extLst>
              <a:ext uri="{FF2B5EF4-FFF2-40B4-BE49-F238E27FC236}">
                <a16:creationId xmlns:a16="http://schemas.microsoft.com/office/drawing/2014/main" id="{0E95C9DF-7FA2-466F-AB6C-6CF0EA2B0640}"/>
              </a:ext>
            </a:extLst>
          </p:cNvPr>
          <p:cNvCxnSpPr>
            <a:cxnSpLocks/>
          </p:cNvCxnSpPr>
          <p:nvPr/>
        </p:nvCxnSpPr>
        <p:spPr>
          <a:xfrm>
            <a:off x="3042165" y="5073745"/>
            <a:ext cx="51285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Text Box 61">
            <a:extLst>
              <a:ext uri="{FF2B5EF4-FFF2-40B4-BE49-F238E27FC236}">
                <a16:creationId xmlns:a16="http://schemas.microsoft.com/office/drawing/2014/main" id="{52DF9FA7-DF3D-43CF-92D1-618E849F8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5427" y="4669068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kern="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点燃</a:t>
            </a:r>
          </a:p>
        </p:txBody>
      </p:sp>
    </p:spTree>
    <p:extLst>
      <p:ext uri="{BB962C8B-B14F-4D97-AF65-F5344CB8AC3E}">
        <p14:creationId xmlns:p14="http://schemas.microsoft.com/office/powerpoint/2010/main" val="1765371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1" grpId="0"/>
      <p:bldP spid="46" grpId="0"/>
      <p:bldP spid="49" grpId="0" animBg="1"/>
      <p:bldP spid="50" grpId="0"/>
      <p:bldP spid="59" grpId="0"/>
      <p:bldP spid="60" grpId="0"/>
      <p:bldP spid="65" grpId="0"/>
      <p:bldP spid="66" grpId="0"/>
      <p:bldP spid="67" grpId="0"/>
      <p:bldP spid="68" grpId="0"/>
      <p:bldP spid="77" grpId="0"/>
      <p:bldP spid="61" grpId="0"/>
      <p:bldP spid="62" grpId="0"/>
      <p:bldP spid="63" grpId="0"/>
      <p:bldP spid="5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 6"/>
          <p:cNvGrpSpPr/>
          <p:nvPr/>
        </p:nvGrpSpPr>
        <p:grpSpPr>
          <a:xfrm>
            <a:off x="5886385" y="630823"/>
            <a:ext cx="5567843" cy="5065083"/>
            <a:chOff x="5886385" y="630823"/>
            <a:chExt cx="5567843" cy="5065083"/>
          </a:xfrm>
        </p:grpSpPr>
        <p:sp>
          <p:nvSpPr>
            <p:cNvPr id="42" name="圆角矩形 41">
              <a:extLst>
                <a:ext uri="{FF2B5EF4-FFF2-40B4-BE49-F238E27FC236}">
                  <a16:creationId xmlns:a16="http://schemas.microsoft.com/office/drawing/2014/main" id="{13F40D25-BE40-444B-9B74-456E6B1EC323}"/>
                </a:ext>
              </a:extLst>
            </p:cNvPr>
            <p:cNvSpPr/>
            <p:nvPr/>
          </p:nvSpPr>
          <p:spPr>
            <a:xfrm>
              <a:off x="6504150" y="1553772"/>
              <a:ext cx="4950078" cy="4142134"/>
            </a:xfrm>
            <a:prstGeom prst="roundRect">
              <a:avLst>
                <a:gd name="adj" fmla="val 6234"/>
              </a:avLst>
            </a:prstGeom>
            <a:solidFill>
              <a:schemeClr val="bg1">
                <a:alpha val="1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DF5553B0-6954-5F4E-A2C8-32A2CC4112BC}"/>
                </a:ext>
              </a:extLst>
            </p:cNvPr>
            <p:cNvSpPr/>
            <p:nvPr/>
          </p:nvSpPr>
          <p:spPr>
            <a:xfrm>
              <a:off x="5886385" y="630823"/>
              <a:ext cx="1600816" cy="1600816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5E85EBBA-EBF4-AF45-A12E-F2783500395F}"/>
                </a:ext>
              </a:extLst>
            </p:cNvPr>
            <p:cNvSpPr/>
            <p:nvPr/>
          </p:nvSpPr>
          <p:spPr>
            <a:xfrm>
              <a:off x="5965007" y="716548"/>
              <a:ext cx="1424233" cy="1424233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CFACFD7F-AE65-AA47-94CE-D495CB2D14A5}"/>
                </a:ext>
              </a:extLst>
            </p:cNvPr>
            <p:cNvSpPr/>
            <p:nvPr/>
          </p:nvSpPr>
          <p:spPr>
            <a:xfrm>
              <a:off x="6057412" y="809715"/>
              <a:ext cx="1246158" cy="124615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9986D8-43EE-5C46-9AFA-6CE5929D390B}"/>
                </a:ext>
              </a:extLst>
            </p:cNvPr>
            <p:cNvSpPr txBox="1"/>
            <p:nvPr/>
          </p:nvSpPr>
          <p:spPr>
            <a:xfrm>
              <a:off x="6313598" y="1229843"/>
              <a:ext cx="7463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000">
                  <a:solidFill>
                    <a:srgbClr val="056B8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练习</a:t>
              </a:r>
              <a:endParaRPr kumimoji="1" lang="en-US" altLang="zh-CN" sz="2000" dirty="0">
                <a:solidFill>
                  <a:srgbClr val="056B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5" name="Text Box 14">
              <a:extLst>
                <a:ext uri="{FF2B5EF4-FFF2-40B4-BE49-F238E27FC236}">
                  <a16:creationId xmlns:a16="http://schemas.microsoft.com/office/drawing/2014/main" id="{7CCFB21A-5D2B-47F0-986F-AF365AB57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2342" y="2622969"/>
              <a:ext cx="3999337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kumimoji="0" lang="zh-CN" altLang="en-US" sz="20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 Light" charset="-122"/>
                </a:rPr>
                <a:t>配平下列方程式：</a:t>
              </a:r>
            </a:p>
          </p:txBody>
        </p:sp>
      </p:grpSp>
      <p:sp>
        <p:nvSpPr>
          <p:cNvPr id="60" name="Rectangle 7">
            <a:extLst>
              <a:ext uri="{FF2B5EF4-FFF2-40B4-BE49-F238E27FC236}">
                <a16:creationId xmlns:a16="http://schemas.microsoft.com/office/drawing/2014/main" id="{D7C9BCDE-4303-7E45-9FF2-F0A8896C4FDE}"/>
              </a:ext>
            </a:extLst>
          </p:cNvPr>
          <p:cNvSpPr/>
          <p:nvPr/>
        </p:nvSpPr>
        <p:spPr>
          <a:xfrm>
            <a:off x="1123296" y="2271802"/>
            <a:ext cx="4526959" cy="1886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在反应物或生成物中找出一种比较复杂的物质，将它的化学计量数定为“1”，以此化学式为准 ，来确定其他物质的化学计量数，最后将分数化为最简整数。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Light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0492BA81-B743-4D41-9D12-E68E52430430}"/>
              </a:ext>
            </a:extLst>
          </p:cNvPr>
          <p:cNvSpPr txBox="1"/>
          <p:nvPr/>
        </p:nvSpPr>
        <p:spPr>
          <a:xfrm>
            <a:off x="1408074" y="4513459"/>
            <a:ext cx="300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1</a:t>
            </a:r>
            <a:endParaRPr lang="zh-CN" altLang="en-US" sz="2400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grpSp>
        <p:nvGrpSpPr>
          <p:cNvPr id="4" name="组 3"/>
          <p:cNvGrpSpPr/>
          <p:nvPr/>
        </p:nvGrpSpPr>
        <p:grpSpPr>
          <a:xfrm>
            <a:off x="1622910" y="4513460"/>
            <a:ext cx="3805850" cy="461665"/>
            <a:chOff x="1727088" y="4212823"/>
            <a:chExt cx="3805850" cy="461665"/>
          </a:xfrm>
        </p:grpSpPr>
        <p:sp>
          <p:nvSpPr>
            <p:cNvPr id="82" name="Text Box 38">
              <a:extLst>
                <a:ext uri="{FF2B5EF4-FFF2-40B4-BE49-F238E27FC236}">
                  <a16:creationId xmlns:a16="http://schemas.microsoft.com/office/drawing/2014/main" id="{E3CDB48B-8C2C-401A-B295-9CC963BDCD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7088" y="4212823"/>
              <a:ext cx="3805850" cy="4616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0" lang="en-US" altLang="zh-CN" sz="24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H</a:t>
              </a:r>
              <a:r>
                <a:rPr kumimoji="0" lang="en-US" altLang="zh-CN" sz="24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4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O</a:t>
              </a:r>
              <a:r>
                <a:rPr kumimoji="0" lang="en-US" altLang="zh-CN" sz="24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4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     </a:t>
              </a:r>
              <a:r>
                <a:rPr kumimoji="0" lang="zh-CN" altLang="en-US" sz="24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H</a:t>
              </a:r>
              <a:r>
                <a:rPr kumimoji="0" lang="en-US" altLang="zh-CN" sz="24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4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O  +       O</a:t>
              </a:r>
              <a:r>
                <a:rPr kumimoji="0" lang="en-US" altLang="zh-CN" sz="24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4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↑</a:t>
              </a:r>
              <a:endParaRPr kumimoji="0" lang="en-US" altLang="zh-CN" sz="2400" kern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4" name="Line 64">
              <a:extLst>
                <a:ext uri="{FF2B5EF4-FFF2-40B4-BE49-F238E27FC236}">
                  <a16:creationId xmlns:a16="http://schemas.microsoft.com/office/drawing/2014/main" id="{2D35096A-0FE1-4CE5-9F23-5E47194235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3721" y="4485016"/>
              <a:ext cx="620714" cy="31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endParaRPr kumimoji="0" lang="zh-CN" altLang="en-US" sz="2400" kern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 7"/>
          <p:cNvGrpSpPr/>
          <p:nvPr/>
        </p:nvGrpSpPr>
        <p:grpSpPr>
          <a:xfrm>
            <a:off x="6534519" y="3080201"/>
            <a:ext cx="4823756" cy="519822"/>
            <a:chOff x="6534519" y="3080201"/>
            <a:chExt cx="4823756" cy="519822"/>
          </a:xfrm>
        </p:grpSpPr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2EFC6B90-FF20-4BA4-9920-6A6B16A9FCF4}"/>
                </a:ext>
              </a:extLst>
            </p:cNvPr>
            <p:cNvSpPr/>
            <p:nvPr/>
          </p:nvSpPr>
          <p:spPr>
            <a:xfrm>
              <a:off x="6534519" y="3230691"/>
              <a:ext cx="482375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）    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CN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  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</a:t>
              </a:r>
              <a:r>
                <a:rPr lang="en-US" altLang="zh-CN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CN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+      H</a:t>
              </a:r>
              <a:r>
                <a:rPr lang="en-US" altLang="zh-CN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↑</a:t>
              </a:r>
              <a:endParaRPr lang="zh-CN" altLang="en-US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2" name="直接连接符 17">
              <a:extLst>
                <a:ext uri="{FF2B5EF4-FFF2-40B4-BE49-F238E27FC236}">
                  <a16:creationId xmlns:a16="http://schemas.microsoft.com/office/drawing/2014/main" id="{C311FC5C-74D2-4B17-A074-31A9E044C19F}"/>
                </a:ext>
              </a:extLst>
            </p:cNvPr>
            <p:cNvCxnSpPr>
              <a:cxnSpLocks/>
            </p:cNvCxnSpPr>
            <p:nvPr/>
          </p:nvCxnSpPr>
          <p:spPr>
            <a:xfrm>
              <a:off x="8669283" y="3418755"/>
              <a:ext cx="64770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直接连接符 19">
              <a:extLst>
                <a:ext uri="{FF2B5EF4-FFF2-40B4-BE49-F238E27FC236}">
                  <a16:creationId xmlns:a16="http://schemas.microsoft.com/office/drawing/2014/main" id="{B9D38D51-5151-4625-A622-E1D85D2709F5}"/>
                </a:ext>
              </a:extLst>
            </p:cNvPr>
            <p:cNvCxnSpPr>
              <a:cxnSpLocks/>
            </p:cNvCxnSpPr>
            <p:nvPr/>
          </p:nvCxnSpPr>
          <p:spPr>
            <a:xfrm>
              <a:off x="8669283" y="3488392"/>
              <a:ext cx="64770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52F9D876-5824-48D1-9ED2-D5778900678E}"/>
                </a:ext>
              </a:extLst>
            </p:cNvPr>
            <p:cNvSpPr/>
            <p:nvPr/>
          </p:nvSpPr>
          <p:spPr>
            <a:xfrm>
              <a:off x="8670653" y="3080201"/>
              <a:ext cx="64633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高温</a:t>
              </a:r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8" name="矩形 97">
            <a:extLst>
              <a:ext uri="{FF2B5EF4-FFF2-40B4-BE49-F238E27FC236}">
                <a16:creationId xmlns:a16="http://schemas.microsoft.com/office/drawing/2014/main" id="{AEB71825-2B7A-4B99-B4A7-3E7528D7CEB3}"/>
              </a:ext>
            </a:extLst>
          </p:cNvPr>
          <p:cNvSpPr/>
          <p:nvPr/>
        </p:nvSpPr>
        <p:spPr>
          <a:xfrm>
            <a:off x="6545254" y="3834398"/>
            <a:ext cx="4751653" cy="32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   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Al +      H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SO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Al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(SO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      H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↑</a:t>
            </a:r>
            <a:endParaRPr lang="zh-CN" altLang="en-US" baseline="-250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" name="组 8"/>
          <p:cNvGrpSpPr/>
          <p:nvPr/>
        </p:nvGrpSpPr>
        <p:grpSpPr>
          <a:xfrm>
            <a:off x="7097098" y="3562089"/>
            <a:ext cx="3673968" cy="12823"/>
            <a:chOff x="7088888" y="3519721"/>
            <a:chExt cx="3673968" cy="12823"/>
          </a:xfrm>
        </p:grpSpPr>
        <p:cxnSp>
          <p:nvCxnSpPr>
            <p:cNvPr id="114" name="直接连接符 24">
              <a:extLst>
                <a:ext uri="{FF2B5EF4-FFF2-40B4-BE49-F238E27FC236}">
                  <a16:creationId xmlns:a16="http://schemas.microsoft.com/office/drawing/2014/main" id="{0AB291F6-200F-4CBE-8AB8-9ABD709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88888" y="3532544"/>
              <a:ext cx="2674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直接连接符 24">
              <a:extLst>
                <a:ext uri="{FF2B5EF4-FFF2-40B4-BE49-F238E27FC236}">
                  <a16:creationId xmlns:a16="http://schemas.microsoft.com/office/drawing/2014/main" id="{0AB291F6-200F-4CBE-8AB8-9ABD709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7864743" y="3530524"/>
              <a:ext cx="2674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直接连接符 24">
              <a:extLst>
                <a:ext uri="{FF2B5EF4-FFF2-40B4-BE49-F238E27FC236}">
                  <a16:creationId xmlns:a16="http://schemas.microsoft.com/office/drawing/2014/main" id="{0AB291F6-200F-4CBE-8AB8-9ABD709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9355304" y="3527514"/>
              <a:ext cx="2674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直接连接符 24">
              <a:extLst>
                <a:ext uri="{FF2B5EF4-FFF2-40B4-BE49-F238E27FC236}">
                  <a16:creationId xmlns:a16="http://schemas.microsoft.com/office/drawing/2014/main" id="{0AB291F6-200F-4CBE-8AB8-9ABD709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10495360" y="3519721"/>
              <a:ext cx="2674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9" name="直接连接符 17">
            <a:extLst>
              <a:ext uri="{FF2B5EF4-FFF2-40B4-BE49-F238E27FC236}">
                <a16:creationId xmlns:a16="http://schemas.microsoft.com/office/drawing/2014/main" id="{C311FC5C-74D2-4B17-A074-31A9E044C19F}"/>
              </a:ext>
            </a:extLst>
          </p:cNvPr>
          <p:cNvCxnSpPr>
            <a:cxnSpLocks/>
          </p:cNvCxnSpPr>
          <p:nvPr/>
        </p:nvCxnSpPr>
        <p:spPr>
          <a:xfrm>
            <a:off x="8841351" y="3948768"/>
            <a:ext cx="31189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0" name="直接连接符 19">
            <a:extLst>
              <a:ext uri="{FF2B5EF4-FFF2-40B4-BE49-F238E27FC236}">
                <a16:creationId xmlns:a16="http://schemas.microsoft.com/office/drawing/2014/main" id="{B9D38D51-5151-4625-A622-E1D85D2709F5}"/>
              </a:ext>
            </a:extLst>
          </p:cNvPr>
          <p:cNvCxnSpPr>
            <a:cxnSpLocks/>
          </p:cNvCxnSpPr>
          <p:nvPr/>
        </p:nvCxnSpPr>
        <p:spPr>
          <a:xfrm>
            <a:off x="8841351" y="3999655"/>
            <a:ext cx="31189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" name="组 1"/>
          <p:cNvGrpSpPr/>
          <p:nvPr/>
        </p:nvGrpSpPr>
        <p:grpSpPr>
          <a:xfrm>
            <a:off x="7098878" y="4082158"/>
            <a:ext cx="3660118" cy="20219"/>
            <a:chOff x="7098878" y="4029423"/>
            <a:chExt cx="3660118" cy="20219"/>
          </a:xfrm>
        </p:grpSpPr>
        <p:cxnSp>
          <p:nvCxnSpPr>
            <p:cNvPr id="122" name="直接连接符 24">
              <a:extLst>
                <a:ext uri="{FF2B5EF4-FFF2-40B4-BE49-F238E27FC236}">
                  <a16:creationId xmlns:a16="http://schemas.microsoft.com/office/drawing/2014/main" id="{0AB291F6-200F-4CBE-8AB8-9ABD709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98878" y="4042213"/>
              <a:ext cx="2674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直接连接符 24">
              <a:extLst>
                <a:ext uri="{FF2B5EF4-FFF2-40B4-BE49-F238E27FC236}">
                  <a16:creationId xmlns:a16="http://schemas.microsoft.com/office/drawing/2014/main" id="{0AB291F6-200F-4CBE-8AB8-9ABD709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7876266" y="4047594"/>
              <a:ext cx="2674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直接连接符 24">
              <a:extLst>
                <a:ext uri="{FF2B5EF4-FFF2-40B4-BE49-F238E27FC236}">
                  <a16:creationId xmlns:a16="http://schemas.microsoft.com/office/drawing/2014/main" id="{0AB291F6-200F-4CBE-8AB8-9ABD709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9199766" y="4029423"/>
              <a:ext cx="2674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直接连接符 24">
              <a:extLst>
                <a:ext uri="{FF2B5EF4-FFF2-40B4-BE49-F238E27FC236}">
                  <a16:creationId xmlns:a16="http://schemas.microsoft.com/office/drawing/2014/main" id="{0AB291F6-200F-4CBE-8AB8-9ABD709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10491500" y="4049642"/>
              <a:ext cx="2674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8DAD0D9E-ED8D-4C8B-9753-185115496734}"/>
              </a:ext>
            </a:extLst>
          </p:cNvPr>
          <p:cNvSpPr txBox="1"/>
          <p:nvPr/>
        </p:nvSpPr>
        <p:spPr>
          <a:xfrm>
            <a:off x="3066872" y="4530447"/>
            <a:ext cx="300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1</a:t>
            </a:r>
            <a:endParaRPr lang="zh-CN" altLang="en-US" sz="2400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1CC9B92-2EE3-4BA4-A63A-9B7803DF4FBB}"/>
              </a:ext>
            </a:extLst>
          </p:cNvPr>
          <p:cNvSpPr txBox="1"/>
          <p:nvPr/>
        </p:nvSpPr>
        <p:spPr>
          <a:xfrm>
            <a:off x="4201999" y="4535922"/>
            <a:ext cx="726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1/2</a:t>
            </a:r>
            <a:endParaRPr lang="zh-CN" altLang="en-US" sz="2400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A88A9F1-05C2-41BB-B8F8-83C1AA7231E2}"/>
              </a:ext>
            </a:extLst>
          </p:cNvPr>
          <p:cNvSpPr txBox="1"/>
          <p:nvPr/>
        </p:nvSpPr>
        <p:spPr>
          <a:xfrm>
            <a:off x="1390542" y="5110567"/>
            <a:ext cx="300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2</a:t>
            </a:r>
            <a:endParaRPr lang="zh-CN" altLang="en-US" sz="2400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grpSp>
        <p:nvGrpSpPr>
          <p:cNvPr id="55" name="组 3">
            <a:extLst>
              <a:ext uri="{FF2B5EF4-FFF2-40B4-BE49-F238E27FC236}">
                <a16:creationId xmlns:a16="http://schemas.microsoft.com/office/drawing/2014/main" id="{089D4348-3D1B-48EB-8A10-2695545C0BB9}"/>
              </a:ext>
            </a:extLst>
          </p:cNvPr>
          <p:cNvGrpSpPr/>
          <p:nvPr/>
        </p:nvGrpSpPr>
        <p:grpSpPr>
          <a:xfrm>
            <a:off x="1617917" y="4970334"/>
            <a:ext cx="3498073" cy="624361"/>
            <a:chOff x="1747975" y="4033508"/>
            <a:chExt cx="3498073" cy="624361"/>
          </a:xfrm>
        </p:grpSpPr>
        <p:sp>
          <p:nvSpPr>
            <p:cNvPr id="56" name="Text Box 38">
              <a:extLst>
                <a:ext uri="{FF2B5EF4-FFF2-40B4-BE49-F238E27FC236}">
                  <a16:creationId xmlns:a16="http://schemas.microsoft.com/office/drawing/2014/main" id="{722018EF-9A26-4297-AF01-80D45C5340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7975" y="4196204"/>
              <a:ext cx="3498073" cy="4616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0" lang="en-US" altLang="zh-CN" sz="24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H</a:t>
              </a:r>
              <a:r>
                <a:rPr kumimoji="0" lang="en-US" altLang="zh-CN" sz="24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4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O</a:t>
              </a:r>
              <a:r>
                <a:rPr kumimoji="0" lang="en-US" altLang="zh-CN" sz="24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4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       </a:t>
              </a:r>
              <a:r>
                <a:rPr kumimoji="0" lang="zh-CN" altLang="en-US" sz="24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H</a:t>
              </a:r>
              <a:r>
                <a:rPr kumimoji="0" lang="en-US" altLang="zh-CN" sz="24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4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O  +  O</a:t>
              </a:r>
              <a:r>
                <a:rPr kumimoji="0" lang="en-US" altLang="zh-CN" sz="24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4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↑</a:t>
              </a:r>
              <a:endParaRPr kumimoji="0" lang="en-US" altLang="zh-CN" sz="2400" kern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Line 64">
              <a:extLst>
                <a:ext uri="{FF2B5EF4-FFF2-40B4-BE49-F238E27FC236}">
                  <a16:creationId xmlns:a16="http://schemas.microsoft.com/office/drawing/2014/main" id="{930DC6EB-00BF-43C5-B92B-8C11B01DDA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3720" y="4550172"/>
              <a:ext cx="620714" cy="31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endParaRPr kumimoji="0" lang="zh-CN" altLang="en-US" sz="2400" kern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Line 64">
              <a:extLst>
                <a:ext uri="{FF2B5EF4-FFF2-40B4-BE49-F238E27FC236}">
                  <a16:creationId xmlns:a16="http://schemas.microsoft.com/office/drawing/2014/main" id="{495C8A26-8A8A-4C25-B507-EEFFAF839D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3721" y="4485016"/>
              <a:ext cx="620714" cy="31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endParaRPr kumimoji="0" lang="zh-CN" altLang="en-US" sz="2400" kern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273059D0-0785-48F2-A1EB-4DE2A730D12C}"/>
                </a:ext>
              </a:extLst>
            </p:cNvPr>
            <p:cNvSpPr/>
            <p:nvPr/>
          </p:nvSpPr>
          <p:spPr>
            <a:xfrm>
              <a:off x="2531118" y="4033508"/>
              <a:ext cx="85151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MnO</a:t>
              </a:r>
              <a:r>
                <a:rPr lang="en-US" altLang="zh-CN" sz="24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</p:grpSp>
      <p:sp>
        <p:nvSpPr>
          <p:cNvPr id="61" name="文本框 60">
            <a:extLst>
              <a:ext uri="{FF2B5EF4-FFF2-40B4-BE49-F238E27FC236}">
                <a16:creationId xmlns:a16="http://schemas.microsoft.com/office/drawing/2014/main" id="{4CE2C899-EFD8-4DD6-9C82-9C6944A8D9B7}"/>
              </a:ext>
            </a:extLst>
          </p:cNvPr>
          <p:cNvSpPr txBox="1"/>
          <p:nvPr/>
        </p:nvSpPr>
        <p:spPr>
          <a:xfrm>
            <a:off x="3182227" y="5148007"/>
            <a:ext cx="300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2</a:t>
            </a:r>
            <a:endParaRPr lang="zh-CN" altLang="en-US" sz="2400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7D8B612-A94E-41A6-8484-D5F84C3646BF}"/>
              </a:ext>
            </a:extLst>
          </p:cNvPr>
          <p:cNvSpPr txBox="1"/>
          <p:nvPr/>
        </p:nvSpPr>
        <p:spPr>
          <a:xfrm>
            <a:off x="7097098" y="325070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3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FB8CC74F-0D3B-4B1B-8244-27A9958DAAD7}"/>
              </a:ext>
            </a:extLst>
          </p:cNvPr>
          <p:cNvSpPr txBox="1"/>
          <p:nvPr/>
        </p:nvSpPr>
        <p:spPr>
          <a:xfrm>
            <a:off x="7876604" y="32406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2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E5E1B4A-E918-4DFD-9CD3-FD9419C41684}"/>
              </a:ext>
            </a:extLst>
          </p:cNvPr>
          <p:cNvSpPr txBox="1"/>
          <p:nvPr/>
        </p:nvSpPr>
        <p:spPr>
          <a:xfrm>
            <a:off x="9370695" y="325550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1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A069620-5A0E-4960-934A-961DEC9A67F7}"/>
              </a:ext>
            </a:extLst>
          </p:cNvPr>
          <p:cNvSpPr txBox="1"/>
          <p:nvPr/>
        </p:nvSpPr>
        <p:spPr>
          <a:xfrm>
            <a:off x="10501334" y="325909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2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F1D09F5-046F-4BB7-99C6-3F6F5B85FCDB}"/>
              </a:ext>
            </a:extLst>
          </p:cNvPr>
          <p:cNvSpPr txBox="1"/>
          <p:nvPr/>
        </p:nvSpPr>
        <p:spPr>
          <a:xfrm>
            <a:off x="7093950" y="377910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2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D46CD5D-ACBF-42DD-B3AA-6947B6494FA7}"/>
              </a:ext>
            </a:extLst>
          </p:cNvPr>
          <p:cNvSpPr txBox="1"/>
          <p:nvPr/>
        </p:nvSpPr>
        <p:spPr>
          <a:xfrm>
            <a:off x="7883549" y="377910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3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7CCBF2BB-329A-477A-8CC6-B2B3B34BDF37}"/>
              </a:ext>
            </a:extLst>
          </p:cNvPr>
          <p:cNvSpPr txBox="1"/>
          <p:nvPr/>
        </p:nvSpPr>
        <p:spPr>
          <a:xfrm>
            <a:off x="9212764" y="376410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1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06045320-E635-4F94-93ED-601E595C7B14}"/>
              </a:ext>
            </a:extLst>
          </p:cNvPr>
          <p:cNvSpPr txBox="1"/>
          <p:nvPr/>
        </p:nvSpPr>
        <p:spPr>
          <a:xfrm>
            <a:off x="10503570" y="377910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3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46713D1A-0EC4-4A63-90FF-1E9580E920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89542" y="4850809"/>
            <a:ext cx="620714" cy="317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kumimoji="0" lang="zh-CN" altLang="en-US" sz="2400" kern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66A5208-165C-431E-AA25-F6FF9B2A1F21}"/>
              </a:ext>
            </a:extLst>
          </p:cNvPr>
          <p:cNvSpPr/>
          <p:nvPr/>
        </p:nvSpPr>
        <p:spPr>
          <a:xfrm>
            <a:off x="2418426" y="4337918"/>
            <a:ext cx="8258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MnO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DA7615C-4D1E-4A79-A1F8-4D9DC14F5B51}"/>
              </a:ext>
            </a:extLst>
          </p:cNvPr>
          <p:cNvSpPr txBox="1"/>
          <p:nvPr/>
        </p:nvSpPr>
        <p:spPr>
          <a:xfrm>
            <a:off x="726113" y="1629953"/>
            <a:ext cx="26606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kumimoji="1" lang="zh-CN" altLang="en-US" sz="2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设“</a:t>
            </a:r>
            <a:r>
              <a:rPr kumimoji="1" lang="en-US" altLang="zh-CN" sz="2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2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”法</a:t>
            </a:r>
            <a:endParaRPr kumimoji="1" lang="en-US" altLang="zh-CN" sz="26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94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86" grpId="0"/>
      <p:bldP spid="98" grpId="0"/>
      <p:bldP spid="52" grpId="0"/>
      <p:bldP spid="53" grpId="0"/>
      <p:bldP spid="54" grpId="0"/>
      <p:bldP spid="61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62" grpId="0" animBg="1"/>
      <p:bldP spid="71" grpId="0"/>
      <p:bldP spid="7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 2"/>
          <p:cNvGrpSpPr/>
          <p:nvPr/>
        </p:nvGrpSpPr>
        <p:grpSpPr>
          <a:xfrm>
            <a:off x="5886385" y="644425"/>
            <a:ext cx="5567843" cy="5065083"/>
            <a:chOff x="5886385" y="630823"/>
            <a:chExt cx="5567843" cy="5065083"/>
          </a:xfrm>
        </p:grpSpPr>
        <p:sp>
          <p:nvSpPr>
            <p:cNvPr id="42" name="圆角矩形 41">
              <a:extLst>
                <a:ext uri="{FF2B5EF4-FFF2-40B4-BE49-F238E27FC236}">
                  <a16:creationId xmlns:a16="http://schemas.microsoft.com/office/drawing/2014/main" id="{13F40D25-BE40-444B-9B74-456E6B1EC323}"/>
                </a:ext>
              </a:extLst>
            </p:cNvPr>
            <p:cNvSpPr/>
            <p:nvPr/>
          </p:nvSpPr>
          <p:spPr>
            <a:xfrm>
              <a:off x="6504150" y="1553772"/>
              <a:ext cx="4950078" cy="4142134"/>
            </a:xfrm>
            <a:prstGeom prst="roundRect">
              <a:avLst>
                <a:gd name="adj" fmla="val 6234"/>
              </a:avLst>
            </a:prstGeom>
            <a:solidFill>
              <a:schemeClr val="bg1">
                <a:alpha val="1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DF5553B0-6954-5F4E-A2C8-32A2CC4112BC}"/>
                </a:ext>
              </a:extLst>
            </p:cNvPr>
            <p:cNvSpPr/>
            <p:nvPr/>
          </p:nvSpPr>
          <p:spPr>
            <a:xfrm>
              <a:off x="5886385" y="630823"/>
              <a:ext cx="1600816" cy="1600816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5E85EBBA-EBF4-AF45-A12E-F2783500395F}"/>
                </a:ext>
              </a:extLst>
            </p:cNvPr>
            <p:cNvSpPr/>
            <p:nvPr/>
          </p:nvSpPr>
          <p:spPr>
            <a:xfrm>
              <a:off x="5965007" y="716548"/>
              <a:ext cx="1424233" cy="1424233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CFACFD7F-AE65-AA47-94CE-D495CB2D14A5}"/>
                </a:ext>
              </a:extLst>
            </p:cNvPr>
            <p:cNvSpPr/>
            <p:nvPr/>
          </p:nvSpPr>
          <p:spPr>
            <a:xfrm>
              <a:off x="6057412" y="809715"/>
              <a:ext cx="1246158" cy="124615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9986D8-43EE-5C46-9AFA-6CE5929D390B}"/>
                </a:ext>
              </a:extLst>
            </p:cNvPr>
            <p:cNvSpPr txBox="1"/>
            <p:nvPr/>
          </p:nvSpPr>
          <p:spPr>
            <a:xfrm>
              <a:off x="6313598" y="1229843"/>
              <a:ext cx="7463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000">
                  <a:solidFill>
                    <a:srgbClr val="056B8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练习</a:t>
              </a:r>
              <a:endParaRPr kumimoji="1" lang="en-US" altLang="zh-CN" sz="2000" dirty="0">
                <a:solidFill>
                  <a:srgbClr val="056B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5" name="Text Box 14">
              <a:extLst>
                <a:ext uri="{FF2B5EF4-FFF2-40B4-BE49-F238E27FC236}">
                  <a16:creationId xmlns:a16="http://schemas.microsoft.com/office/drawing/2014/main" id="{7CCFB21A-5D2B-47F0-986F-AF365AB57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2342" y="2622969"/>
              <a:ext cx="3999337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kumimoji="0" lang="zh-CN" altLang="en-US" sz="20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 Light" charset="-122"/>
                </a:rPr>
                <a:t>配平下列方程式：</a:t>
              </a:r>
            </a:p>
          </p:txBody>
        </p:sp>
      </p:grpSp>
      <p:sp>
        <p:nvSpPr>
          <p:cNvPr id="60" name="Rectangle 7">
            <a:extLst>
              <a:ext uri="{FF2B5EF4-FFF2-40B4-BE49-F238E27FC236}">
                <a16:creationId xmlns:a16="http://schemas.microsoft.com/office/drawing/2014/main" id="{D7C9BCDE-4303-7E45-9FF2-F0A8896C4FDE}"/>
              </a:ext>
            </a:extLst>
          </p:cNvPr>
          <p:cNvSpPr/>
          <p:nvPr/>
        </p:nvSpPr>
        <p:spPr>
          <a:xfrm>
            <a:off x="1101841" y="2345807"/>
            <a:ext cx="4530288" cy="1886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找出出现次数较多、且在式子两边的原子个数一奇一偶的元素原子，将奇数配成偶数，然后，以该化学式和所配系数为依据，确定其他化学式的系数。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Light" charset="-122"/>
            </a:endParaRPr>
          </a:p>
        </p:txBody>
      </p:sp>
      <p:grpSp>
        <p:nvGrpSpPr>
          <p:cNvPr id="2" name="组 1"/>
          <p:cNvGrpSpPr/>
          <p:nvPr/>
        </p:nvGrpSpPr>
        <p:grpSpPr>
          <a:xfrm>
            <a:off x="1507387" y="4828360"/>
            <a:ext cx="3026791" cy="461665"/>
            <a:chOff x="1688793" y="4209544"/>
            <a:chExt cx="3026791" cy="461665"/>
          </a:xfrm>
        </p:grpSpPr>
        <p:sp>
          <p:nvSpPr>
            <p:cNvPr id="53" name="Text Box 38">
              <a:extLst>
                <a:ext uri="{FF2B5EF4-FFF2-40B4-BE49-F238E27FC236}">
                  <a16:creationId xmlns:a16="http://schemas.microsoft.com/office/drawing/2014/main" id="{76F3A694-F62F-4A27-9C27-CA43EE2F63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8793" y="4209544"/>
              <a:ext cx="3026791" cy="4616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0" lang="en-US" altLang="zh-CN" sz="24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CO +</a:t>
              </a:r>
              <a:r>
                <a:rPr kumimoji="0" lang="zh-CN" altLang="en-US" sz="24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  <a:r>
                <a:rPr kumimoji="0" lang="en-US" altLang="zh-CN" sz="24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O</a:t>
              </a:r>
              <a:r>
                <a:rPr kumimoji="0" lang="en-US" altLang="zh-CN" sz="24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4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      </a:t>
              </a:r>
              <a:r>
                <a:rPr kumimoji="0" lang="zh-CN" altLang="en-US" sz="24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CO</a:t>
              </a:r>
              <a:r>
                <a:rPr kumimoji="0" lang="en-US" altLang="zh-CN" sz="24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7" name="Line 64">
              <a:extLst>
                <a:ext uri="{FF2B5EF4-FFF2-40B4-BE49-F238E27FC236}">
                  <a16:creationId xmlns:a16="http://schemas.microsoft.com/office/drawing/2014/main" id="{B985A4CA-1C2C-4E33-8CEC-25E5059E50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5878" y="4440377"/>
              <a:ext cx="620713" cy="31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endParaRPr kumimoji="0" lang="zh-CN" altLang="en-US" sz="2400" kern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 3"/>
          <p:cNvGrpSpPr/>
          <p:nvPr/>
        </p:nvGrpSpPr>
        <p:grpSpPr>
          <a:xfrm>
            <a:off x="6589643" y="3154839"/>
            <a:ext cx="4740400" cy="507831"/>
            <a:chOff x="6589643" y="3154839"/>
            <a:chExt cx="4740400" cy="507831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1BAB7183-06BD-4420-9E4A-D2142C18D9DE}"/>
                </a:ext>
              </a:extLst>
            </p:cNvPr>
            <p:cNvSpPr/>
            <p:nvPr/>
          </p:nvSpPr>
          <p:spPr>
            <a:xfrm>
              <a:off x="6589643" y="3293338"/>
              <a:ext cx="474040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）     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CN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    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CN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</a:t>
              </a:r>
              <a:r>
                <a:rPr lang="en-US" altLang="zh-CN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    H</a:t>
              </a:r>
              <a:r>
                <a:rPr lang="en-US" altLang="zh-CN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zh-CN" altLang="en-US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1" name="直接连接符 17">
              <a:extLst>
                <a:ext uri="{FF2B5EF4-FFF2-40B4-BE49-F238E27FC236}">
                  <a16:creationId xmlns:a16="http://schemas.microsoft.com/office/drawing/2014/main" id="{C311FC5C-74D2-4B17-A074-31A9E044C19F}"/>
                </a:ext>
              </a:extLst>
            </p:cNvPr>
            <p:cNvCxnSpPr>
              <a:cxnSpLocks/>
            </p:cNvCxnSpPr>
            <p:nvPr/>
          </p:nvCxnSpPr>
          <p:spPr>
            <a:xfrm>
              <a:off x="8868458" y="3493393"/>
              <a:ext cx="64770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直接连接符 19">
              <a:extLst>
                <a:ext uri="{FF2B5EF4-FFF2-40B4-BE49-F238E27FC236}">
                  <a16:creationId xmlns:a16="http://schemas.microsoft.com/office/drawing/2014/main" id="{B9D38D51-5151-4625-A622-E1D85D2709F5}"/>
                </a:ext>
              </a:extLst>
            </p:cNvPr>
            <p:cNvCxnSpPr>
              <a:cxnSpLocks/>
            </p:cNvCxnSpPr>
            <p:nvPr/>
          </p:nvCxnSpPr>
          <p:spPr>
            <a:xfrm>
              <a:off x="8868458" y="3563030"/>
              <a:ext cx="64770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52F9D876-5824-48D1-9ED2-D5778900678E}"/>
                </a:ext>
              </a:extLst>
            </p:cNvPr>
            <p:cNvSpPr/>
            <p:nvPr/>
          </p:nvSpPr>
          <p:spPr>
            <a:xfrm>
              <a:off x="8869828" y="3154839"/>
              <a:ext cx="64633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点燃</a:t>
              </a:r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 4"/>
          <p:cNvGrpSpPr/>
          <p:nvPr/>
        </p:nvGrpSpPr>
        <p:grpSpPr>
          <a:xfrm>
            <a:off x="7257418" y="3623757"/>
            <a:ext cx="3404850" cy="15365"/>
            <a:chOff x="7235052" y="3589081"/>
            <a:chExt cx="3404850" cy="15365"/>
          </a:xfrm>
        </p:grpSpPr>
        <p:cxnSp>
          <p:nvCxnSpPr>
            <p:cNvPr id="96" name="直接连接符 24">
              <a:extLst>
                <a:ext uri="{FF2B5EF4-FFF2-40B4-BE49-F238E27FC236}">
                  <a16:creationId xmlns:a16="http://schemas.microsoft.com/office/drawing/2014/main" id="{0AB291F6-200F-4CBE-8AB8-9ABD709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7235052" y="3601234"/>
              <a:ext cx="2674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直接连接符 24">
              <a:extLst>
                <a:ext uri="{FF2B5EF4-FFF2-40B4-BE49-F238E27FC236}">
                  <a16:creationId xmlns:a16="http://schemas.microsoft.com/office/drawing/2014/main" id="{0AB291F6-200F-4CBE-8AB8-9ABD709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8230670" y="3604446"/>
              <a:ext cx="2674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直接连接符 24">
              <a:extLst>
                <a:ext uri="{FF2B5EF4-FFF2-40B4-BE49-F238E27FC236}">
                  <a16:creationId xmlns:a16="http://schemas.microsoft.com/office/drawing/2014/main" id="{0AB291F6-200F-4CBE-8AB8-9ABD709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9563545" y="3604446"/>
              <a:ext cx="2674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直接连接符 24">
              <a:extLst>
                <a:ext uri="{FF2B5EF4-FFF2-40B4-BE49-F238E27FC236}">
                  <a16:creationId xmlns:a16="http://schemas.microsoft.com/office/drawing/2014/main" id="{0AB291F6-200F-4CBE-8AB8-9ABD709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10372406" y="3589081"/>
              <a:ext cx="2674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组 5"/>
          <p:cNvGrpSpPr/>
          <p:nvPr/>
        </p:nvGrpSpPr>
        <p:grpSpPr>
          <a:xfrm>
            <a:off x="6619922" y="3691000"/>
            <a:ext cx="4875053" cy="494741"/>
            <a:chOff x="6613710" y="3669620"/>
            <a:chExt cx="4875053" cy="494741"/>
          </a:xfrm>
        </p:grpSpPr>
        <p:sp>
          <p:nvSpPr>
            <p:cNvPr id="67" name="Text Box 38">
              <a:extLst>
                <a:ext uri="{FF2B5EF4-FFF2-40B4-BE49-F238E27FC236}">
                  <a16:creationId xmlns:a16="http://schemas.microsoft.com/office/drawing/2014/main" id="{F8B7D205-DB48-42A8-9DD4-C6594ABDF9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710" y="3795029"/>
              <a:ext cx="4875053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0" lang="zh-CN" altLang="en-US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（</a:t>
              </a:r>
              <a:r>
                <a:rPr kumimoji="0" lang="en-US" altLang="zh-CN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zh-CN" altLang="en-US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）     </a:t>
              </a:r>
              <a:r>
                <a:rPr kumimoji="0" lang="en-US" altLang="zh-CN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FeS</a:t>
              </a:r>
              <a:r>
                <a:rPr kumimoji="0" lang="en-US" altLang="zh-CN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+ </a:t>
              </a:r>
              <a:r>
                <a:rPr kumimoji="0" lang="zh-CN" altLang="en-US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</a:t>
              </a:r>
              <a:r>
                <a:rPr kumimoji="0" lang="en-US" altLang="zh-CN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O</a:t>
              </a:r>
              <a:r>
                <a:rPr kumimoji="0" lang="en-US" altLang="zh-CN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            Fe</a:t>
              </a:r>
              <a:r>
                <a:rPr kumimoji="0" lang="en-US" altLang="zh-CN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O</a:t>
              </a:r>
              <a:r>
                <a:rPr kumimoji="0" lang="en-US" altLang="zh-CN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en-US" altLang="zh-CN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+     SO</a:t>
              </a:r>
              <a:r>
                <a:rPr kumimoji="0" lang="en-US" altLang="zh-CN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113" name="直接连接符 17">
              <a:extLst>
                <a:ext uri="{FF2B5EF4-FFF2-40B4-BE49-F238E27FC236}">
                  <a16:creationId xmlns:a16="http://schemas.microsoft.com/office/drawing/2014/main" id="{C311FC5C-74D2-4B17-A074-31A9E044C19F}"/>
                </a:ext>
              </a:extLst>
            </p:cNvPr>
            <p:cNvCxnSpPr>
              <a:cxnSpLocks/>
            </p:cNvCxnSpPr>
            <p:nvPr/>
          </p:nvCxnSpPr>
          <p:spPr>
            <a:xfrm>
              <a:off x="8856935" y="4008174"/>
              <a:ext cx="64770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直接连接符 19">
              <a:extLst>
                <a:ext uri="{FF2B5EF4-FFF2-40B4-BE49-F238E27FC236}">
                  <a16:creationId xmlns:a16="http://schemas.microsoft.com/office/drawing/2014/main" id="{B9D38D51-5151-4625-A622-E1D85D2709F5}"/>
                </a:ext>
              </a:extLst>
            </p:cNvPr>
            <p:cNvCxnSpPr>
              <a:cxnSpLocks/>
            </p:cNvCxnSpPr>
            <p:nvPr/>
          </p:nvCxnSpPr>
          <p:spPr>
            <a:xfrm>
              <a:off x="8856935" y="4077811"/>
              <a:ext cx="64770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52F9D876-5824-48D1-9ED2-D5778900678E}"/>
                </a:ext>
              </a:extLst>
            </p:cNvPr>
            <p:cNvSpPr/>
            <p:nvPr/>
          </p:nvSpPr>
          <p:spPr>
            <a:xfrm>
              <a:off x="8858305" y="3669620"/>
              <a:ext cx="64633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高温</a:t>
              </a:r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 6"/>
          <p:cNvGrpSpPr/>
          <p:nvPr/>
        </p:nvGrpSpPr>
        <p:grpSpPr>
          <a:xfrm>
            <a:off x="7224244" y="4099191"/>
            <a:ext cx="3690029" cy="18716"/>
            <a:chOff x="7224244" y="4075080"/>
            <a:chExt cx="3690029" cy="18716"/>
          </a:xfrm>
        </p:grpSpPr>
        <p:cxnSp>
          <p:nvCxnSpPr>
            <p:cNvPr id="109" name="直接连接符 24">
              <a:extLst>
                <a:ext uri="{FF2B5EF4-FFF2-40B4-BE49-F238E27FC236}">
                  <a16:creationId xmlns:a16="http://schemas.microsoft.com/office/drawing/2014/main" id="{0AB291F6-200F-4CBE-8AB8-9ABD709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7224244" y="4076928"/>
              <a:ext cx="2674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直接连接符 24">
              <a:extLst>
                <a:ext uri="{FF2B5EF4-FFF2-40B4-BE49-F238E27FC236}">
                  <a16:creationId xmlns:a16="http://schemas.microsoft.com/office/drawing/2014/main" id="{0AB291F6-200F-4CBE-8AB8-9ABD709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8204959" y="4093796"/>
              <a:ext cx="2674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直接连接符 24">
              <a:extLst>
                <a:ext uri="{FF2B5EF4-FFF2-40B4-BE49-F238E27FC236}">
                  <a16:creationId xmlns:a16="http://schemas.microsoft.com/office/drawing/2014/main" id="{0AB291F6-200F-4CBE-8AB8-9ABD709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9550690" y="4075080"/>
              <a:ext cx="2674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直接连接符 24">
              <a:extLst>
                <a:ext uri="{FF2B5EF4-FFF2-40B4-BE49-F238E27FC236}">
                  <a16:creationId xmlns:a16="http://schemas.microsoft.com/office/drawing/2014/main" id="{0AB291F6-200F-4CBE-8AB8-9ABD709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10646777" y="4076378"/>
              <a:ext cx="26749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E4F451AB-2D5A-4F58-84F8-EA1E44DAE2EC}"/>
              </a:ext>
            </a:extLst>
          </p:cNvPr>
          <p:cNvSpPr txBox="1"/>
          <p:nvPr/>
        </p:nvSpPr>
        <p:spPr>
          <a:xfrm>
            <a:off x="1294880" y="483153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2</a:t>
            </a:r>
            <a:endParaRPr lang="zh-CN" altLang="en-US" sz="2400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B0D9531-B86F-4AC1-A4B2-DD1669F8FCA0}"/>
              </a:ext>
            </a:extLst>
          </p:cNvPr>
          <p:cNvSpPr txBox="1"/>
          <p:nvPr/>
        </p:nvSpPr>
        <p:spPr>
          <a:xfrm>
            <a:off x="3486460" y="482835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2</a:t>
            </a:r>
            <a:endParaRPr lang="zh-CN" altLang="en-US" sz="2400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28FCA69-0024-4B8B-AD0F-73464E2FAD45}"/>
              </a:ext>
            </a:extLst>
          </p:cNvPr>
          <p:cNvSpPr txBox="1"/>
          <p:nvPr/>
        </p:nvSpPr>
        <p:spPr>
          <a:xfrm>
            <a:off x="7257418" y="33144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2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6E3AC06-E650-4803-8A28-B44E1CD85667}"/>
              </a:ext>
            </a:extLst>
          </p:cNvPr>
          <p:cNvSpPr txBox="1"/>
          <p:nvPr/>
        </p:nvSpPr>
        <p:spPr>
          <a:xfrm>
            <a:off x="8250805" y="329819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5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5E78E90-4D12-40E0-B1D3-327D90D07357}"/>
              </a:ext>
            </a:extLst>
          </p:cNvPr>
          <p:cNvSpPr txBox="1"/>
          <p:nvPr/>
        </p:nvSpPr>
        <p:spPr>
          <a:xfrm>
            <a:off x="9548433" y="329447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4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D97CF50-882B-4AFF-8E0C-71DCB303A8F5}"/>
              </a:ext>
            </a:extLst>
          </p:cNvPr>
          <p:cNvSpPr txBox="1"/>
          <p:nvPr/>
        </p:nvSpPr>
        <p:spPr>
          <a:xfrm>
            <a:off x="10398471" y="329819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2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A62EFDC-8F0F-40B5-A78B-3184A6E8E95F}"/>
              </a:ext>
            </a:extLst>
          </p:cNvPr>
          <p:cNvSpPr txBox="1"/>
          <p:nvPr/>
        </p:nvSpPr>
        <p:spPr>
          <a:xfrm>
            <a:off x="7207951" y="379530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4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94EAA55-959A-4696-B986-2F0F126BE4E0}"/>
              </a:ext>
            </a:extLst>
          </p:cNvPr>
          <p:cNvSpPr txBox="1"/>
          <p:nvPr/>
        </p:nvSpPr>
        <p:spPr>
          <a:xfrm>
            <a:off x="8154785" y="3813125"/>
            <a:ext cx="406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11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6E198D73-D58B-4234-A38F-EFE41EA3FD86}"/>
              </a:ext>
            </a:extLst>
          </p:cNvPr>
          <p:cNvSpPr txBox="1"/>
          <p:nvPr/>
        </p:nvSpPr>
        <p:spPr>
          <a:xfrm>
            <a:off x="9528857" y="378800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2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DFBF4F5-724C-4663-B48E-5947F3A4E4AC}"/>
              </a:ext>
            </a:extLst>
          </p:cNvPr>
          <p:cNvSpPr txBox="1"/>
          <p:nvPr/>
        </p:nvSpPr>
        <p:spPr>
          <a:xfrm>
            <a:off x="10630484" y="377264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Times New Roman" charset="0"/>
                <a:ea typeface="Times New Roman" charset="0"/>
                <a:cs typeface="Times New Roman" charset="0"/>
              </a:rPr>
              <a:t>8</a:t>
            </a:r>
            <a:endParaRPr lang="zh-CN" altLang="en-US" dirty="0">
              <a:solidFill>
                <a:srgbClr val="FFC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5" name="Line 64">
            <a:extLst>
              <a:ext uri="{FF2B5EF4-FFF2-40B4-BE49-F238E27FC236}">
                <a16:creationId xmlns:a16="http://schemas.microsoft.com/office/drawing/2014/main" id="{20EA46BE-891A-4649-BF3C-BF9E6D3CE0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4472" y="5113724"/>
            <a:ext cx="620713" cy="317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kumimoji="0" lang="zh-CN" altLang="en-US" sz="2400" kern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" name="Text Box 61">
            <a:extLst>
              <a:ext uri="{FF2B5EF4-FFF2-40B4-BE49-F238E27FC236}">
                <a16:creationId xmlns:a16="http://schemas.microsoft.com/office/drawing/2014/main" id="{92362A48-A99C-4F38-B6D0-50F779442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3725" y="4723814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kern="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点燃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E3DBA3F9-EBF9-4DBB-8EC1-8DAC456A9266}"/>
              </a:ext>
            </a:extLst>
          </p:cNvPr>
          <p:cNvSpPr txBox="1"/>
          <p:nvPr/>
        </p:nvSpPr>
        <p:spPr>
          <a:xfrm>
            <a:off x="726113" y="1629953"/>
            <a:ext cx="26606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kumimoji="1" lang="zh-CN" altLang="en-US" sz="2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奇数配偶法</a:t>
            </a:r>
            <a:endParaRPr kumimoji="1" lang="en-US" altLang="zh-CN" sz="26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1698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46" grpId="0"/>
      <p:bldP spid="47" grpId="0"/>
      <p:bldP spid="48" grpId="0"/>
      <p:bldP spid="49" grpId="0"/>
      <p:bldP spid="50" grpId="0"/>
      <p:bldP spid="51" grpId="0"/>
      <p:bldP spid="59" grpId="0"/>
      <p:bldP spid="61" grpId="0"/>
      <p:bldP spid="62" grpId="0"/>
      <p:bldP spid="63" grpId="0"/>
      <p:bldP spid="55" grpId="0" animBg="1"/>
      <p:bldP spid="56" grpId="0"/>
      <p:bldP spid="5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E9276AAA-2E58-9048-BFE5-5A4CFEDCA642}"/>
              </a:ext>
            </a:extLst>
          </p:cNvPr>
          <p:cNvSpPr txBox="1">
            <a:spLocks/>
          </p:cNvSpPr>
          <p:nvPr/>
        </p:nvSpPr>
        <p:spPr>
          <a:xfrm>
            <a:off x="1178317" y="654204"/>
            <a:ext cx="1900443" cy="6397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1" kern="120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课堂练习</a:t>
            </a:r>
          </a:p>
        </p:txBody>
      </p:sp>
      <p:grpSp>
        <p:nvGrpSpPr>
          <p:cNvPr id="3" name="组 2"/>
          <p:cNvGrpSpPr/>
          <p:nvPr/>
        </p:nvGrpSpPr>
        <p:grpSpPr>
          <a:xfrm>
            <a:off x="1178317" y="1402550"/>
            <a:ext cx="9122229" cy="2400657"/>
            <a:chOff x="1178317" y="1402550"/>
            <a:chExt cx="9122229" cy="2400657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02A4079-2DDF-4D23-9BE5-1E55065069F9}"/>
                </a:ext>
              </a:extLst>
            </p:cNvPr>
            <p:cNvSpPr/>
            <p:nvPr/>
          </p:nvSpPr>
          <p:spPr>
            <a:xfrm>
              <a:off x="1178317" y="1402550"/>
              <a:ext cx="9122229" cy="24006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1"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1. </a:t>
              </a:r>
              <a:r>
                <a:rPr lang="zh-CN" altLang="en-US" sz="20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下列化学方程式中，书写完全正确的是（     ）</a:t>
              </a:r>
            </a:p>
            <a:p>
              <a:pPr latinLnBrk="1"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A. </a:t>
              </a:r>
              <a:r>
                <a:rPr lang="zh-CN" altLang="en-US" sz="20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用二氧化锰催化分解过氧化氢溶液：</a:t>
              </a:r>
              <a:endParaRPr lang="en-US" altLang="zh-CN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endParaRPr>
            </a:p>
            <a:p>
              <a:pPr latinLnBrk="1"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B. </a:t>
              </a:r>
              <a:r>
                <a:rPr lang="zh-CN" altLang="en-US" sz="20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镁带在空气中燃烧：</a:t>
              </a:r>
              <a:r>
                <a:rPr lang="en-US" altLang="zh-CN" sz="2000" dirty="0">
                  <a:solidFill>
                    <a:schemeClr val="bg1"/>
                  </a:solidFill>
                  <a:latin typeface="等线" panose="02010600030101010101" pitchFamily="2" charset="-122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Mg + 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         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MgO</a:t>
              </a:r>
              <a:r>
                <a:rPr lang="en-US" altLang="zh-CN" sz="200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↓</a:t>
              </a:r>
              <a:endParaRPr lang="zh-CN" altLang="en-US" sz="20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pPr latinLnBrk="1"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C. </a:t>
              </a:r>
              <a:r>
                <a:rPr lang="zh-CN" altLang="en-US" sz="20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氢气燃烧：</a:t>
              </a:r>
              <a:r>
                <a:rPr lang="en-US" altLang="zh-CN" sz="20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 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  <a:p>
              <a:pPr latinLnBrk="1"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D. </a:t>
              </a:r>
              <a:r>
                <a:rPr lang="zh-CN" altLang="en-US" sz="20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电解水：</a:t>
              </a:r>
              <a:endParaRPr lang="en-US" altLang="zh-CN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endParaRPr>
            </a:p>
          </p:txBody>
        </p:sp>
        <p:grpSp>
          <p:nvGrpSpPr>
            <p:cNvPr id="17" name="Group 67">
              <a:extLst>
                <a:ext uri="{FF2B5EF4-FFF2-40B4-BE49-F238E27FC236}">
                  <a16:creationId xmlns:a16="http://schemas.microsoft.com/office/drawing/2014/main" id="{9507305F-40CB-429F-A5B7-5BAB6374B8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95395" y="1972214"/>
              <a:ext cx="2759079" cy="400050"/>
              <a:chOff x="1214" y="2098"/>
              <a:chExt cx="1738" cy="252"/>
            </a:xfrm>
          </p:grpSpPr>
          <p:sp>
            <p:nvSpPr>
              <p:cNvPr id="18" name="Text Box 38">
                <a:extLst>
                  <a:ext uri="{FF2B5EF4-FFF2-40B4-BE49-F238E27FC236}">
                    <a16:creationId xmlns:a16="http://schemas.microsoft.com/office/drawing/2014/main" id="{67BD7296-49A4-4FD4-868D-36E7F6C9EA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4" y="2098"/>
                <a:ext cx="1738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2000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H</a:t>
                </a:r>
                <a:r>
                  <a:rPr kumimoji="0" lang="en-US" altLang="zh-CN" sz="2000" kern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kumimoji="0" lang="en-US" altLang="zh-CN" sz="2000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O</a:t>
                </a:r>
                <a:r>
                  <a:rPr kumimoji="0" lang="en-US" altLang="zh-CN" sz="2000" kern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kumimoji="0" lang="en-US" altLang="zh-CN" sz="2000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            H</a:t>
                </a:r>
                <a:r>
                  <a:rPr kumimoji="0" lang="en-US" altLang="zh-CN" sz="2000" kern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kumimoji="0" lang="en-US" altLang="zh-CN" sz="2000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↑  + O</a:t>
                </a:r>
                <a:r>
                  <a:rPr kumimoji="0" lang="en-US" altLang="zh-CN" sz="2000" kern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kumimoji="0" lang="en-US" altLang="zh-CN" sz="2000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↑</a:t>
                </a:r>
                <a:endParaRPr kumimoji="0" lang="en-US" altLang="zh-CN" sz="20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Line 64">
                <a:extLst>
                  <a:ext uri="{FF2B5EF4-FFF2-40B4-BE49-F238E27FC236}">
                    <a16:creationId xmlns:a16="http://schemas.microsoft.com/office/drawing/2014/main" id="{7B937566-4DE6-4570-BF98-452324E51C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14" y="2270"/>
                <a:ext cx="391" cy="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endParaRPr kumimoji="0" lang="zh-CN" altLang="en-US" sz="2000" ker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" name="Line 64">
              <a:extLst>
                <a:ext uri="{FF2B5EF4-FFF2-40B4-BE49-F238E27FC236}">
                  <a16:creationId xmlns:a16="http://schemas.microsoft.com/office/drawing/2014/main" id="{3F392896-2983-439D-9008-F354E51729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89147" y="2180114"/>
              <a:ext cx="620714" cy="31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endParaRPr kumimoji="0" lang="zh-CN" altLang="en-US" sz="2000" ker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9B87537-0516-41EF-9323-E7756F0D4344}"/>
                </a:ext>
              </a:extLst>
            </p:cNvPr>
            <p:cNvSpPr/>
            <p:nvPr/>
          </p:nvSpPr>
          <p:spPr>
            <a:xfrm>
              <a:off x="6289146" y="1824535"/>
              <a:ext cx="73770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MnO</a:t>
              </a:r>
              <a:r>
                <a:rPr lang="en-US" altLang="zh-CN" sz="16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cxnSp>
          <p:nvCxnSpPr>
            <p:cNvPr id="22" name="直接连接符 19">
              <a:extLst>
                <a:ext uri="{FF2B5EF4-FFF2-40B4-BE49-F238E27FC236}">
                  <a16:creationId xmlns:a16="http://schemas.microsoft.com/office/drawing/2014/main" id="{B0A772D2-8889-41E0-BAFA-E18B7193B853}"/>
                </a:ext>
              </a:extLst>
            </p:cNvPr>
            <p:cNvCxnSpPr>
              <a:cxnSpLocks/>
            </p:cNvCxnSpPr>
            <p:nvPr/>
          </p:nvCxnSpPr>
          <p:spPr>
            <a:xfrm>
              <a:off x="4953095" y="2681274"/>
              <a:ext cx="50565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连接符 20">
              <a:extLst>
                <a:ext uri="{FF2B5EF4-FFF2-40B4-BE49-F238E27FC236}">
                  <a16:creationId xmlns:a16="http://schemas.microsoft.com/office/drawing/2014/main" id="{628FA4A9-DDB1-442D-9909-9E99CA3FFF7C}"/>
                </a:ext>
              </a:extLst>
            </p:cNvPr>
            <p:cNvCxnSpPr>
              <a:cxnSpLocks/>
            </p:cNvCxnSpPr>
            <p:nvPr/>
          </p:nvCxnSpPr>
          <p:spPr>
            <a:xfrm>
              <a:off x="4953096" y="2624984"/>
              <a:ext cx="50565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Text Box 61">
              <a:extLst>
                <a:ext uri="{FF2B5EF4-FFF2-40B4-BE49-F238E27FC236}">
                  <a16:creationId xmlns:a16="http://schemas.microsoft.com/office/drawing/2014/main" id="{38D0A26D-5D20-453D-A37E-59A690AAC4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5008" y="2317207"/>
              <a:ext cx="543739" cy="3077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0" lang="zh-CN" altLang="en-US" sz="1400" kern="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点燃</a:t>
              </a:r>
            </a:p>
          </p:txBody>
        </p:sp>
        <p:cxnSp>
          <p:nvCxnSpPr>
            <p:cNvPr id="38" name="直接连接符 22">
              <a:extLst>
                <a:ext uri="{FF2B5EF4-FFF2-40B4-BE49-F238E27FC236}">
                  <a16:creationId xmlns:a16="http://schemas.microsoft.com/office/drawing/2014/main" id="{F25F020C-1066-475F-AC36-0903086AC227}"/>
                </a:ext>
              </a:extLst>
            </p:cNvPr>
            <p:cNvCxnSpPr>
              <a:cxnSpLocks/>
            </p:cNvCxnSpPr>
            <p:nvPr/>
          </p:nvCxnSpPr>
          <p:spPr>
            <a:xfrm>
              <a:off x="3814920" y="3135019"/>
              <a:ext cx="50565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连接符 23">
              <a:extLst>
                <a:ext uri="{FF2B5EF4-FFF2-40B4-BE49-F238E27FC236}">
                  <a16:creationId xmlns:a16="http://schemas.microsoft.com/office/drawing/2014/main" id="{8EE879F2-ABC9-4961-B521-56203CC7D8E5}"/>
                </a:ext>
              </a:extLst>
            </p:cNvPr>
            <p:cNvCxnSpPr>
              <a:cxnSpLocks/>
            </p:cNvCxnSpPr>
            <p:nvPr/>
          </p:nvCxnSpPr>
          <p:spPr>
            <a:xfrm>
              <a:off x="3808158" y="3082306"/>
              <a:ext cx="50565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 Box 61">
              <a:extLst>
                <a:ext uri="{FF2B5EF4-FFF2-40B4-BE49-F238E27FC236}">
                  <a16:creationId xmlns:a16="http://schemas.microsoft.com/office/drawing/2014/main" id="{8261D0AD-4C19-417D-A9BC-9AC0917020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8796" y="2807603"/>
              <a:ext cx="543739" cy="3077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0" lang="zh-CN" altLang="en-US" sz="1400" kern="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点燃</a:t>
              </a:r>
            </a:p>
          </p:txBody>
        </p:sp>
        <p:sp>
          <p:nvSpPr>
            <p:cNvPr id="42" name="Text Box 38">
              <a:extLst>
                <a:ext uri="{FF2B5EF4-FFF2-40B4-BE49-F238E27FC236}">
                  <a16:creationId xmlns:a16="http://schemas.microsoft.com/office/drawing/2014/main" id="{2A87D0A3-EA7C-46E1-BAC8-35B9BA3DCD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7832" y="3343881"/>
              <a:ext cx="2867030" cy="4000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0" lang="en-US" altLang="zh-CN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2H</a:t>
              </a:r>
              <a:r>
                <a:rPr kumimoji="0" lang="en-US" altLang="zh-CN" sz="20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O            2H</a:t>
              </a:r>
              <a:r>
                <a:rPr kumimoji="0" lang="en-US" altLang="zh-CN" sz="20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↑  +  O</a:t>
              </a:r>
              <a:r>
                <a:rPr kumimoji="0" lang="en-US" altLang="zh-CN" sz="2000" kern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↑</a:t>
              </a:r>
              <a:endParaRPr kumimoji="0" lang="en-US" altLang="zh-CN" sz="2000" kern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Text Box 61">
              <a:extLst>
                <a:ext uri="{FF2B5EF4-FFF2-40B4-BE49-F238E27FC236}">
                  <a16:creationId xmlns:a16="http://schemas.microsoft.com/office/drawing/2014/main" id="{0E0FE649-223C-43E3-A445-285FB2B688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4283" y="3251806"/>
              <a:ext cx="544513" cy="3079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zh-CN" altLang="en-US" sz="1400" kern="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通电</a:t>
              </a:r>
              <a:endParaRPr kumimoji="0" lang="zh-CN" altLang="en-US" sz="1400" kern="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Line 64">
              <a:extLst>
                <a:ext uri="{FF2B5EF4-FFF2-40B4-BE49-F238E27FC236}">
                  <a16:creationId xmlns:a16="http://schemas.microsoft.com/office/drawing/2014/main" id="{DB0732BC-8BA4-483D-901B-9FCAE137B9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44283" y="3604231"/>
              <a:ext cx="547688" cy="31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endParaRPr kumimoji="0" lang="zh-CN" altLang="en-US" sz="2000" ker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Line 64">
              <a:extLst>
                <a:ext uri="{FF2B5EF4-FFF2-40B4-BE49-F238E27FC236}">
                  <a16:creationId xmlns:a16="http://schemas.microsoft.com/office/drawing/2014/main" id="{799E9178-C0B2-446C-9819-CE962BF9E4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45870" y="3543905"/>
              <a:ext cx="546895" cy="317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endParaRPr kumimoji="0" lang="zh-CN" altLang="en-US" sz="2000" ker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7" name="矩形 46">
            <a:extLst>
              <a:ext uri="{FF2B5EF4-FFF2-40B4-BE49-F238E27FC236}">
                <a16:creationId xmlns:a16="http://schemas.microsoft.com/office/drawing/2014/main" id="{875EDA34-FD65-48AB-93A6-EE694261AA95}"/>
              </a:ext>
            </a:extLst>
          </p:cNvPr>
          <p:cNvSpPr/>
          <p:nvPr/>
        </p:nvSpPr>
        <p:spPr>
          <a:xfrm>
            <a:off x="6085404" y="1493524"/>
            <a:ext cx="407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4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6E652BB-6F33-47BE-A3D8-455D4D892FE8}"/>
              </a:ext>
            </a:extLst>
          </p:cNvPr>
          <p:cNvSpPr/>
          <p:nvPr/>
        </p:nvSpPr>
        <p:spPr>
          <a:xfrm>
            <a:off x="1178317" y="3925857"/>
            <a:ext cx="4752705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2. </a:t>
            </a:r>
            <a:r>
              <a:rPr lang="zh-CN" altLang="en-US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写出下列反应的化学方程式</a:t>
            </a:r>
          </a:p>
          <a:p>
            <a:pPr latinLnBrk="1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）铁丝在氧气中燃烧   </a:t>
            </a:r>
            <a:endParaRPr lang="en-US" altLang="zh-CN" sz="2000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latinLnBrk="1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）氯酸钾制氧气</a:t>
            </a:r>
            <a:endParaRPr lang="en-US" altLang="zh-CN" sz="2000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latinLnBrk="1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3</a:t>
            </a:r>
            <a:r>
              <a:rPr lang="zh-CN" altLang="en-US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）高锰酸钾受热分解   </a:t>
            </a:r>
            <a:endParaRPr lang="en-US" altLang="zh-CN" sz="2000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latinLnBrk="1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4</a:t>
            </a:r>
            <a:r>
              <a:rPr lang="zh-CN" altLang="en-US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）钠与水反应生成氢氧化钠和氢气</a:t>
            </a:r>
            <a:endParaRPr lang="en-US" altLang="zh-CN" sz="2000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grpSp>
        <p:nvGrpSpPr>
          <p:cNvPr id="4" name="组 3"/>
          <p:cNvGrpSpPr/>
          <p:nvPr/>
        </p:nvGrpSpPr>
        <p:grpSpPr>
          <a:xfrm>
            <a:off x="6165798" y="4292550"/>
            <a:ext cx="2624436" cy="507832"/>
            <a:chOff x="6165798" y="4292550"/>
            <a:chExt cx="2624436" cy="507832"/>
          </a:xfrm>
        </p:grpSpPr>
        <p:sp>
          <p:nvSpPr>
            <p:cNvPr id="49" name="Text Box 38">
              <a:extLst>
                <a:ext uri="{FF2B5EF4-FFF2-40B4-BE49-F238E27FC236}">
                  <a16:creationId xmlns:a16="http://schemas.microsoft.com/office/drawing/2014/main" id="{00D5BE2F-95A8-4924-8F7A-44FE9314C8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5798" y="4400272"/>
              <a:ext cx="2624436" cy="4001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0" lang="en-US" altLang="zh-CN" sz="2000" kern="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3Fe + 2 O</a:t>
              </a:r>
              <a:r>
                <a:rPr kumimoji="0" lang="en-US" altLang="zh-CN" sz="2000" kern="0" baseline="-2500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   </a:t>
              </a:r>
              <a:r>
                <a:rPr kumimoji="0" lang="en-US" altLang="zh-CN" sz="2000" kern="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 </a:t>
              </a:r>
              <a:r>
                <a:rPr kumimoji="0" lang="zh-CN" altLang="en-US" sz="2000" kern="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000" kern="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Fe</a:t>
              </a:r>
              <a:r>
                <a:rPr kumimoji="0" lang="en-US" altLang="zh-CN" sz="2000" kern="0" baseline="-2500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en-US" altLang="zh-CN" sz="2000" kern="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O</a:t>
              </a:r>
              <a:r>
                <a:rPr kumimoji="0" lang="en-US" altLang="zh-CN" sz="2000" kern="0" baseline="-2500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50" name="直接连接符 37">
              <a:extLst>
                <a:ext uri="{FF2B5EF4-FFF2-40B4-BE49-F238E27FC236}">
                  <a16:creationId xmlns:a16="http://schemas.microsoft.com/office/drawing/2014/main" id="{DF8C7E39-77B9-450B-AA05-70D6A9BE72C2}"/>
                </a:ext>
              </a:extLst>
            </p:cNvPr>
            <p:cNvCxnSpPr>
              <a:cxnSpLocks/>
            </p:cNvCxnSpPr>
            <p:nvPr/>
          </p:nvCxnSpPr>
          <p:spPr>
            <a:xfrm>
              <a:off x="7448005" y="4681362"/>
              <a:ext cx="505651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连接符 38">
              <a:extLst>
                <a:ext uri="{FF2B5EF4-FFF2-40B4-BE49-F238E27FC236}">
                  <a16:creationId xmlns:a16="http://schemas.microsoft.com/office/drawing/2014/main" id="{D9612BBD-0AD4-4C71-9E02-5A7C164E03D9}"/>
                </a:ext>
              </a:extLst>
            </p:cNvPr>
            <p:cNvCxnSpPr>
              <a:cxnSpLocks/>
            </p:cNvCxnSpPr>
            <p:nvPr/>
          </p:nvCxnSpPr>
          <p:spPr>
            <a:xfrm>
              <a:off x="7448005" y="4593823"/>
              <a:ext cx="505651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 Box 61">
              <a:extLst>
                <a:ext uri="{FF2B5EF4-FFF2-40B4-BE49-F238E27FC236}">
                  <a16:creationId xmlns:a16="http://schemas.microsoft.com/office/drawing/2014/main" id="{0A984379-D623-498C-841C-905538FB96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9917" y="4292550"/>
              <a:ext cx="543739" cy="3077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0" lang="zh-CN" altLang="en-US" sz="1400" kern="0" dirty="0">
                  <a:solidFill>
                    <a:srgbClr val="FFC000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点燃</a:t>
              </a:r>
            </a:p>
          </p:txBody>
        </p:sp>
      </p:grpSp>
      <p:grpSp>
        <p:nvGrpSpPr>
          <p:cNvPr id="6" name="组 5"/>
          <p:cNvGrpSpPr/>
          <p:nvPr/>
        </p:nvGrpSpPr>
        <p:grpSpPr>
          <a:xfrm>
            <a:off x="6358661" y="5445025"/>
            <a:ext cx="4280339" cy="422236"/>
            <a:chOff x="6358661" y="5445025"/>
            <a:chExt cx="4280339" cy="422236"/>
          </a:xfrm>
        </p:grpSpPr>
        <p:sp>
          <p:nvSpPr>
            <p:cNvPr id="53" name="Text Box 38">
              <a:extLst>
                <a:ext uri="{FF2B5EF4-FFF2-40B4-BE49-F238E27FC236}">
                  <a16:creationId xmlns:a16="http://schemas.microsoft.com/office/drawing/2014/main" id="{5D12F293-DCC0-4A4C-9C22-973BB1BEF3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8661" y="5467151"/>
              <a:ext cx="4280339" cy="4001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0" lang="en-US" altLang="zh-CN" sz="2000" kern="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2KMnO</a:t>
              </a:r>
              <a:r>
                <a:rPr kumimoji="0" lang="en-US" altLang="zh-CN" sz="2000" kern="0" baseline="-2500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   </a:t>
              </a:r>
              <a:r>
                <a:rPr kumimoji="0" lang="en-US" altLang="zh-CN" sz="2000" kern="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 </a:t>
              </a:r>
              <a:r>
                <a:rPr kumimoji="0" lang="zh-CN" altLang="en-US" sz="2000" kern="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000" kern="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K</a:t>
              </a:r>
              <a:r>
                <a:rPr kumimoji="0" lang="en-US" altLang="zh-CN" sz="2000" kern="0" baseline="-2500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kern="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MnO</a:t>
              </a:r>
              <a:r>
                <a:rPr kumimoji="0" lang="en-US" altLang="zh-CN" sz="2000" kern="0" baseline="-2500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0" lang="en-US" altLang="zh-CN" sz="2000" kern="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+ MnO</a:t>
              </a:r>
              <a:r>
                <a:rPr kumimoji="0" lang="en-US" altLang="zh-CN" sz="2000" kern="0" baseline="-2500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kern="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+ O</a:t>
              </a:r>
              <a:r>
                <a:rPr kumimoji="0" lang="en-US" altLang="zh-CN" sz="2000" kern="0" baseline="-2500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kern="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↑</a:t>
              </a:r>
              <a:endParaRPr kumimoji="0" lang="en-US" altLang="zh-CN" sz="2000" kern="0" baseline="-25000" dirty="0">
                <a:solidFill>
                  <a:srgbClr val="FFC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4" name="直接连接符 41">
              <a:extLst>
                <a:ext uri="{FF2B5EF4-FFF2-40B4-BE49-F238E27FC236}">
                  <a16:creationId xmlns:a16="http://schemas.microsoft.com/office/drawing/2014/main" id="{00B7B5D9-107A-4C8E-8D32-61F868A3A313}"/>
                </a:ext>
              </a:extLst>
            </p:cNvPr>
            <p:cNvCxnSpPr>
              <a:cxnSpLocks/>
            </p:cNvCxnSpPr>
            <p:nvPr/>
          </p:nvCxnSpPr>
          <p:spPr>
            <a:xfrm>
              <a:off x="7481493" y="5703180"/>
              <a:ext cx="505651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连接符 42">
              <a:extLst>
                <a:ext uri="{FF2B5EF4-FFF2-40B4-BE49-F238E27FC236}">
                  <a16:creationId xmlns:a16="http://schemas.microsoft.com/office/drawing/2014/main" id="{F7390E28-D77F-4870-84B1-30EFF136A537}"/>
                </a:ext>
              </a:extLst>
            </p:cNvPr>
            <p:cNvCxnSpPr>
              <a:cxnSpLocks/>
            </p:cNvCxnSpPr>
            <p:nvPr/>
          </p:nvCxnSpPr>
          <p:spPr>
            <a:xfrm>
              <a:off x="7481491" y="5625670"/>
              <a:ext cx="505651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等腰三角形 45">
              <a:extLst>
                <a:ext uri="{FF2B5EF4-FFF2-40B4-BE49-F238E27FC236}">
                  <a16:creationId xmlns:a16="http://schemas.microsoft.com/office/drawing/2014/main" id="{6A9F5B40-8342-4094-9932-BA5A8249CDDC}"/>
                </a:ext>
              </a:extLst>
            </p:cNvPr>
            <p:cNvSpPr/>
            <p:nvPr/>
          </p:nvSpPr>
          <p:spPr>
            <a:xfrm>
              <a:off x="7645725" y="5445025"/>
              <a:ext cx="159801" cy="128038"/>
            </a:xfrm>
            <a:prstGeom prst="triangle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C000"/>
                </a:solidFill>
              </a:endParaRPr>
            </a:p>
          </p:txBody>
        </p:sp>
      </p:grpSp>
      <p:grpSp>
        <p:nvGrpSpPr>
          <p:cNvPr id="7" name="组 6"/>
          <p:cNvGrpSpPr/>
          <p:nvPr/>
        </p:nvGrpSpPr>
        <p:grpSpPr>
          <a:xfrm>
            <a:off x="6010827" y="5869102"/>
            <a:ext cx="3669594" cy="400110"/>
            <a:chOff x="6010827" y="5869102"/>
            <a:chExt cx="3669594" cy="400110"/>
          </a:xfrm>
        </p:grpSpPr>
        <p:sp>
          <p:nvSpPr>
            <p:cNvPr id="57" name="Text Box 38">
              <a:extLst>
                <a:ext uri="{FF2B5EF4-FFF2-40B4-BE49-F238E27FC236}">
                  <a16:creationId xmlns:a16="http://schemas.microsoft.com/office/drawing/2014/main" id="{6351851E-06D3-4DBA-BAAB-125B27B81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0827" y="5869102"/>
              <a:ext cx="3669594" cy="4001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0" lang="en-US" altLang="zh-CN" sz="2000" kern="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2Na + 2 H</a:t>
              </a:r>
              <a:r>
                <a:rPr kumimoji="0" lang="en-US" altLang="zh-CN" sz="2000" kern="0" baseline="-2500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kern="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O</a:t>
              </a:r>
              <a:r>
                <a:rPr kumimoji="0" lang="en-US" altLang="zh-CN" sz="2000" kern="0" baseline="-2500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  <a:r>
                <a:rPr kumimoji="0" lang="en-US" altLang="zh-CN" sz="2000" kern="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</a:t>
              </a:r>
              <a:r>
                <a:rPr kumimoji="0" lang="zh-CN" altLang="en-US" sz="2000" kern="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000" kern="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kern="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000" kern="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2NaOH + H</a:t>
              </a:r>
              <a:r>
                <a:rPr kumimoji="0" lang="en-US" altLang="zh-CN" sz="2000" kern="0" baseline="-2500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kern="0" dirty="0">
                  <a:solidFill>
                    <a:srgbClr val="FFC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↑</a:t>
              </a:r>
              <a:endParaRPr kumimoji="0" lang="en-US" altLang="zh-CN" sz="2000" kern="0" baseline="-25000" dirty="0">
                <a:solidFill>
                  <a:srgbClr val="FFC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5" name="直接连接符 41">
              <a:extLst>
                <a:ext uri="{FF2B5EF4-FFF2-40B4-BE49-F238E27FC236}">
                  <a16:creationId xmlns:a16="http://schemas.microsoft.com/office/drawing/2014/main" id="{00B7B5D9-107A-4C8E-8D32-61F868A3A313}"/>
                </a:ext>
              </a:extLst>
            </p:cNvPr>
            <p:cNvCxnSpPr>
              <a:cxnSpLocks/>
            </p:cNvCxnSpPr>
            <p:nvPr/>
          </p:nvCxnSpPr>
          <p:spPr>
            <a:xfrm>
              <a:off x="7503059" y="6112935"/>
              <a:ext cx="505651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接连接符 42">
              <a:extLst>
                <a:ext uri="{FF2B5EF4-FFF2-40B4-BE49-F238E27FC236}">
                  <a16:creationId xmlns:a16="http://schemas.microsoft.com/office/drawing/2014/main" id="{F7390E28-D77F-4870-84B1-30EFF136A537}"/>
                </a:ext>
              </a:extLst>
            </p:cNvPr>
            <p:cNvCxnSpPr>
              <a:cxnSpLocks/>
            </p:cNvCxnSpPr>
            <p:nvPr/>
          </p:nvCxnSpPr>
          <p:spPr>
            <a:xfrm>
              <a:off x="7503057" y="6035425"/>
              <a:ext cx="505651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" name="组 4"/>
          <p:cNvGrpSpPr/>
          <p:nvPr/>
        </p:nvGrpSpPr>
        <p:grpSpPr>
          <a:xfrm>
            <a:off x="6449238" y="4757713"/>
            <a:ext cx="3137397" cy="568700"/>
            <a:chOff x="6449238" y="4757713"/>
            <a:chExt cx="3137397" cy="568700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EE86D4F2-4BA2-4893-A8C9-11B2FD16DBD4}"/>
                </a:ext>
              </a:extLst>
            </p:cNvPr>
            <p:cNvSpPr/>
            <p:nvPr/>
          </p:nvSpPr>
          <p:spPr>
            <a:xfrm>
              <a:off x="6449238" y="4901298"/>
              <a:ext cx="313739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2KClO</a:t>
              </a:r>
              <a:r>
                <a:rPr lang="en-US" altLang="zh-CN" sz="2000" baseline="-250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</a:t>
              </a:r>
              <a:r>
                <a:rPr lang="en-US" altLang="zh-CN" sz="20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2KCl  + 3O</a:t>
              </a:r>
              <a:r>
                <a:rPr lang="en-US" altLang="zh-CN" sz="2000" baseline="-250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↑</a:t>
              </a:r>
              <a:endParaRPr lang="zh-CN" altLang="en-US" sz="2000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1" name="直接连接符 44">
              <a:extLst>
                <a:ext uri="{FF2B5EF4-FFF2-40B4-BE49-F238E27FC236}">
                  <a16:creationId xmlns:a16="http://schemas.microsoft.com/office/drawing/2014/main" id="{5AC59D60-EAA7-4951-9EDF-76495AE67CF1}"/>
                </a:ext>
              </a:extLst>
            </p:cNvPr>
            <p:cNvCxnSpPr>
              <a:cxnSpLocks/>
            </p:cNvCxnSpPr>
            <p:nvPr/>
          </p:nvCxnSpPr>
          <p:spPr>
            <a:xfrm>
              <a:off x="7475116" y="5065490"/>
              <a:ext cx="527801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接连接符 49">
              <a:extLst>
                <a:ext uri="{FF2B5EF4-FFF2-40B4-BE49-F238E27FC236}">
                  <a16:creationId xmlns:a16="http://schemas.microsoft.com/office/drawing/2014/main" id="{965D63FB-2532-436D-A6F5-776207D7D721}"/>
                </a:ext>
              </a:extLst>
            </p:cNvPr>
            <p:cNvCxnSpPr>
              <a:cxnSpLocks/>
            </p:cNvCxnSpPr>
            <p:nvPr/>
          </p:nvCxnSpPr>
          <p:spPr>
            <a:xfrm>
              <a:off x="7475116" y="5135127"/>
              <a:ext cx="527801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BB469F41-EE1E-46AC-9E5B-1A7F6A24E9BD}"/>
                </a:ext>
              </a:extLst>
            </p:cNvPr>
            <p:cNvSpPr/>
            <p:nvPr/>
          </p:nvSpPr>
          <p:spPr>
            <a:xfrm>
              <a:off x="7421495" y="4757713"/>
              <a:ext cx="66877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MnO</a:t>
              </a:r>
              <a:r>
                <a:rPr lang="en-US" altLang="zh-CN" sz="1400" baseline="-250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14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67" name="等腰三角形 45">
              <a:extLst>
                <a:ext uri="{FF2B5EF4-FFF2-40B4-BE49-F238E27FC236}">
                  <a16:creationId xmlns:a16="http://schemas.microsoft.com/office/drawing/2014/main" id="{6A9F5B40-8342-4094-9932-BA5A8249CDDC}"/>
                </a:ext>
              </a:extLst>
            </p:cNvPr>
            <p:cNvSpPr/>
            <p:nvPr/>
          </p:nvSpPr>
          <p:spPr>
            <a:xfrm>
              <a:off x="7667291" y="5198375"/>
              <a:ext cx="159801" cy="128038"/>
            </a:xfrm>
            <a:prstGeom prst="triangle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C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2554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>
            <a:extLst>
              <a:ext uri="{FF2B5EF4-FFF2-40B4-BE49-F238E27FC236}">
                <a16:creationId xmlns:a16="http://schemas.microsoft.com/office/drawing/2014/main" id="{6E53E0BB-E682-FE47-A2A7-5B2DEC061333}"/>
              </a:ext>
            </a:extLst>
          </p:cNvPr>
          <p:cNvSpPr/>
          <p:nvPr/>
        </p:nvSpPr>
        <p:spPr>
          <a:xfrm>
            <a:off x="660400" y="3258241"/>
            <a:ext cx="3551499" cy="533972"/>
          </a:xfrm>
          <a:prstGeom prst="rect">
            <a:avLst/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2880216-80BE-874C-9AAD-0AC3794C2720}"/>
              </a:ext>
            </a:extLst>
          </p:cNvPr>
          <p:cNvSpPr txBox="1"/>
          <p:nvPr/>
        </p:nvSpPr>
        <p:spPr>
          <a:xfrm>
            <a:off x="679368" y="3280545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如何正确书写化学方程式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5FE120D2-F593-8B4C-A369-7D12396C5A3A}"/>
              </a:ext>
            </a:extLst>
          </p:cNvPr>
          <p:cNvSpPr/>
          <p:nvPr/>
        </p:nvSpPr>
        <p:spPr>
          <a:xfrm>
            <a:off x="4843253" y="1547597"/>
            <a:ext cx="3016348" cy="491750"/>
          </a:xfrm>
          <a:prstGeom prst="rect">
            <a:avLst/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B2AD6C67-89BB-D545-BCB8-D3C57C27AD98}"/>
              </a:ext>
            </a:extLst>
          </p:cNvPr>
          <p:cNvSpPr txBox="1"/>
          <p:nvPr/>
        </p:nvSpPr>
        <p:spPr>
          <a:xfrm>
            <a:off x="4675819" y="1559004"/>
            <a:ext cx="33148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2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化学方程式的书写原则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72053F03-37CF-504C-AEBA-4A5ECE5DCDA7}"/>
              </a:ext>
            </a:extLst>
          </p:cNvPr>
          <p:cNvSpPr/>
          <p:nvPr/>
        </p:nvSpPr>
        <p:spPr>
          <a:xfrm>
            <a:off x="4848898" y="4834004"/>
            <a:ext cx="3005057" cy="491748"/>
          </a:xfrm>
          <a:prstGeom prst="rect">
            <a:avLst/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DD6934C4-D327-B946-B759-639D5FE1913E}"/>
              </a:ext>
            </a:extLst>
          </p:cNvPr>
          <p:cNvSpPr txBox="1"/>
          <p:nvPr/>
        </p:nvSpPr>
        <p:spPr>
          <a:xfrm>
            <a:off x="4775195" y="4868109"/>
            <a:ext cx="31364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2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化学方程式的配平方法</a:t>
            </a:r>
          </a:p>
        </p:txBody>
      </p: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3C85F62F-4F43-9445-BF44-43E9B0B83801}"/>
              </a:ext>
            </a:extLst>
          </p:cNvPr>
          <p:cNvCxnSpPr>
            <a:cxnSpLocks/>
            <a:endCxn id="103" idx="1"/>
          </p:cNvCxnSpPr>
          <p:nvPr/>
        </p:nvCxnSpPr>
        <p:spPr>
          <a:xfrm flipV="1">
            <a:off x="4206419" y="1793472"/>
            <a:ext cx="636834" cy="14398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连接符 58">
            <a:extLst>
              <a:ext uri="{FF2B5EF4-FFF2-40B4-BE49-F238E27FC236}">
                <a16:creationId xmlns:a16="http://schemas.microsoft.com/office/drawing/2014/main" id="{21A2678E-F831-3443-91F6-9D221670C2AF}"/>
              </a:ext>
            </a:extLst>
          </p:cNvPr>
          <p:cNvCxnSpPr>
            <a:cxnSpLocks/>
            <a:endCxn id="86" idx="1"/>
          </p:cNvCxnSpPr>
          <p:nvPr/>
        </p:nvCxnSpPr>
        <p:spPr>
          <a:xfrm>
            <a:off x="4206419" y="3792213"/>
            <a:ext cx="642479" cy="128766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id="{80A00A89-8AC2-3D44-9767-D7CD9AA8BD9D}"/>
              </a:ext>
            </a:extLst>
          </p:cNvPr>
          <p:cNvSpPr txBox="1"/>
          <p:nvPr/>
        </p:nvSpPr>
        <p:spPr>
          <a:xfrm>
            <a:off x="8222035" y="1250981"/>
            <a:ext cx="3038011" cy="961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1.</a:t>
            </a:r>
            <a:r>
              <a:rPr kumimoji="1" lang="zh-CN" altLang="en-US" sz="2000" dirty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 必须以客观事实为依据</a:t>
            </a:r>
            <a:endParaRPr kumimoji="1" lang="en-US" altLang="zh-CN" sz="20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2.</a:t>
            </a:r>
            <a:r>
              <a:rPr kumimoji="1" lang="zh-CN" altLang="en-US" sz="2000" dirty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 要遵守质量守恒定律</a:t>
            </a:r>
          </a:p>
        </p:txBody>
      </p:sp>
      <p:cxnSp>
        <p:nvCxnSpPr>
          <p:cNvPr id="110" name="直线连接符 109">
            <a:extLst>
              <a:ext uri="{FF2B5EF4-FFF2-40B4-BE49-F238E27FC236}">
                <a16:creationId xmlns:a16="http://schemas.microsoft.com/office/drawing/2014/main" id="{D40EFC17-E21A-154B-8AE1-5364018C4135}"/>
              </a:ext>
            </a:extLst>
          </p:cNvPr>
          <p:cNvCxnSpPr>
            <a:cxnSpLocks/>
          </p:cNvCxnSpPr>
          <p:nvPr/>
        </p:nvCxnSpPr>
        <p:spPr>
          <a:xfrm>
            <a:off x="7877682" y="1774447"/>
            <a:ext cx="34435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线连接符 169">
            <a:extLst>
              <a:ext uri="{FF2B5EF4-FFF2-40B4-BE49-F238E27FC236}">
                <a16:creationId xmlns:a16="http://schemas.microsoft.com/office/drawing/2014/main" id="{E5239758-CC8B-7745-BC2B-61929999DB92}"/>
              </a:ext>
            </a:extLst>
          </p:cNvPr>
          <p:cNvCxnSpPr>
            <a:cxnSpLocks/>
          </p:cNvCxnSpPr>
          <p:nvPr/>
        </p:nvCxnSpPr>
        <p:spPr>
          <a:xfrm flipV="1">
            <a:off x="8325009" y="4485851"/>
            <a:ext cx="0" cy="115026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>
            <a:extLst>
              <a:ext uri="{FF2B5EF4-FFF2-40B4-BE49-F238E27FC236}">
                <a16:creationId xmlns:a16="http://schemas.microsoft.com/office/drawing/2014/main" id="{78DA3C31-7C35-D047-A6C3-FF10E3769692}"/>
              </a:ext>
            </a:extLst>
          </p:cNvPr>
          <p:cNvSpPr txBox="1"/>
          <p:nvPr/>
        </p:nvSpPr>
        <p:spPr>
          <a:xfrm>
            <a:off x="8479411" y="4265839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观察法</a:t>
            </a: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3921CD3B-D9BF-5F43-80CA-50D89B2CA6AE}"/>
              </a:ext>
            </a:extLst>
          </p:cNvPr>
          <p:cNvSpPr txBox="1"/>
          <p:nvPr/>
        </p:nvSpPr>
        <p:spPr>
          <a:xfrm>
            <a:off x="8479411" y="5058474"/>
            <a:ext cx="848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设</a:t>
            </a:r>
            <a:r>
              <a:rPr kumimoji="1" lang="en-US" altLang="zh-CN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1</a:t>
            </a:r>
            <a:r>
              <a:rPr kumimoji="1" lang="zh-CN" altLang="en-US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法</a:t>
            </a:r>
            <a:endParaRPr kumimoji="1" lang="en-US" altLang="zh-CN" sz="2000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cxnSp>
        <p:nvCxnSpPr>
          <p:cNvPr id="175" name="直线连接符 174">
            <a:extLst>
              <a:ext uri="{FF2B5EF4-FFF2-40B4-BE49-F238E27FC236}">
                <a16:creationId xmlns:a16="http://schemas.microsoft.com/office/drawing/2014/main" id="{356D04F6-C919-7444-814E-59C059121EB5}"/>
              </a:ext>
            </a:extLst>
          </p:cNvPr>
          <p:cNvCxnSpPr>
            <a:cxnSpLocks/>
          </p:cNvCxnSpPr>
          <p:nvPr/>
        </p:nvCxnSpPr>
        <p:spPr>
          <a:xfrm>
            <a:off x="8325009" y="4485851"/>
            <a:ext cx="17171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线连接符 176">
            <a:extLst>
              <a:ext uri="{FF2B5EF4-FFF2-40B4-BE49-F238E27FC236}">
                <a16:creationId xmlns:a16="http://schemas.microsoft.com/office/drawing/2014/main" id="{F285EBD6-200E-0144-8985-752C7A8CC757}"/>
              </a:ext>
            </a:extLst>
          </p:cNvPr>
          <p:cNvCxnSpPr>
            <a:cxnSpLocks/>
          </p:cNvCxnSpPr>
          <p:nvPr/>
        </p:nvCxnSpPr>
        <p:spPr>
          <a:xfrm>
            <a:off x="7852781" y="5079878"/>
            <a:ext cx="46265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F8E94FC7-17D8-B745-9158-32EE2D2149B9}"/>
              </a:ext>
            </a:extLst>
          </p:cNvPr>
          <p:cNvSpPr txBox="1"/>
          <p:nvPr/>
        </p:nvSpPr>
        <p:spPr>
          <a:xfrm>
            <a:off x="8479411" y="5457982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奇数配偶法</a:t>
            </a:r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36BEFAFF-F787-C647-9A1A-CD814D45F25B}"/>
              </a:ext>
            </a:extLst>
          </p:cNvPr>
          <p:cNvCxnSpPr>
            <a:cxnSpLocks/>
          </p:cNvCxnSpPr>
          <p:nvPr/>
        </p:nvCxnSpPr>
        <p:spPr>
          <a:xfrm>
            <a:off x="8325009" y="5631179"/>
            <a:ext cx="17171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21A2678E-F831-3443-91F6-9D221670C2AF}"/>
              </a:ext>
            </a:extLst>
          </p:cNvPr>
          <p:cNvCxnSpPr>
            <a:cxnSpLocks/>
          </p:cNvCxnSpPr>
          <p:nvPr/>
        </p:nvCxnSpPr>
        <p:spPr>
          <a:xfrm flipV="1">
            <a:off x="4228339" y="3487695"/>
            <a:ext cx="712777" cy="39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5FE120D2-F593-8B4C-A369-7D12396C5A3A}"/>
              </a:ext>
            </a:extLst>
          </p:cNvPr>
          <p:cNvSpPr/>
          <p:nvPr/>
        </p:nvSpPr>
        <p:spPr>
          <a:xfrm>
            <a:off x="4848898" y="3246673"/>
            <a:ext cx="3005057" cy="491749"/>
          </a:xfrm>
          <a:prstGeom prst="rect">
            <a:avLst/>
          </a:prstGeom>
          <a:gradFill>
            <a:gsLst>
              <a:gs pos="0">
                <a:srgbClr val="056B8E"/>
              </a:gs>
              <a:gs pos="100000">
                <a:srgbClr val="058D7D"/>
              </a:gs>
            </a:gsLst>
            <a:lin ang="108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2AD6C67-89BB-D545-BCB8-D3C57C27AD98}"/>
              </a:ext>
            </a:extLst>
          </p:cNvPr>
          <p:cNvSpPr txBox="1"/>
          <p:nvPr/>
        </p:nvSpPr>
        <p:spPr>
          <a:xfrm>
            <a:off x="4783198" y="3298080"/>
            <a:ext cx="31364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2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化学方程式的书写步骤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0A00A89-8AC2-3D44-9767-D7CD9AA8BD9D}"/>
              </a:ext>
            </a:extLst>
          </p:cNvPr>
          <p:cNvSpPr txBox="1"/>
          <p:nvPr/>
        </p:nvSpPr>
        <p:spPr>
          <a:xfrm>
            <a:off x="8240851" y="3185998"/>
            <a:ext cx="2492990" cy="499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写、配、等、注、查</a:t>
            </a:r>
            <a:endParaRPr kumimoji="1" lang="en-US" altLang="zh-CN" sz="20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D40EFC17-E21A-154B-8AE1-5364018C4135}"/>
              </a:ext>
            </a:extLst>
          </p:cNvPr>
          <p:cNvCxnSpPr>
            <a:cxnSpLocks/>
          </p:cNvCxnSpPr>
          <p:nvPr/>
        </p:nvCxnSpPr>
        <p:spPr>
          <a:xfrm>
            <a:off x="7859601" y="3492548"/>
            <a:ext cx="34435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78DA3C31-7C35-D047-A6C3-FF10E3769692}"/>
              </a:ext>
            </a:extLst>
          </p:cNvPr>
          <p:cNvSpPr txBox="1"/>
          <p:nvPr/>
        </p:nvSpPr>
        <p:spPr>
          <a:xfrm>
            <a:off x="8491020" y="466364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最小公倍数法</a:t>
            </a:r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356D04F6-C919-7444-814E-59C059121EB5}"/>
              </a:ext>
            </a:extLst>
          </p:cNvPr>
          <p:cNvCxnSpPr>
            <a:cxnSpLocks/>
          </p:cNvCxnSpPr>
          <p:nvPr/>
        </p:nvCxnSpPr>
        <p:spPr>
          <a:xfrm>
            <a:off x="8328460" y="4859020"/>
            <a:ext cx="17171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356D04F6-C919-7444-814E-59C059121EB5}"/>
              </a:ext>
            </a:extLst>
          </p:cNvPr>
          <p:cNvCxnSpPr>
            <a:cxnSpLocks/>
          </p:cNvCxnSpPr>
          <p:nvPr/>
        </p:nvCxnSpPr>
        <p:spPr>
          <a:xfrm>
            <a:off x="8325009" y="5272105"/>
            <a:ext cx="17171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780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/>
      <p:bldP spid="103" grpId="0" animBg="1"/>
      <p:bldP spid="104" grpId="0"/>
      <p:bldP spid="86" grpId="0" animBg="1"/>
      <p:bldP spid="87" grpId="0"/>
      <p:bldP spid="106" grpId="0"/>
      <p:bldP spid="172" grpId="0"/>
      <p:bldP spid="173" grpId="0"/>
      <p:bldP spid="93" grpId="0"/>
      <p:bldP spid="41" grpId="0" animBg="1"/>
      <p:bldP spid="42" grpId="0"/>
      <p:bldP spid="43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E0CA16E-AC86-4F4E-99C7-3228615E3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33" y="1150804"/>
            <a:ext cx="7188955" cy="407987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28FAF8F-49C5-8643-91FA-4689A38EA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184" y="5481468"/>
            <a:ext cx="5196130" cy="72860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58AD1DF-99CC-4A4B-84E2-31E8E9E08367}"/>
              </a:ext>
            </a:extLst>
          </p:cNvPr>
          <p:cNvSpPr txBox="1"/>
          <p:nvPr/>
        </p:nvSpPr>
        <p:spPr>
          <a:xfrm>
            <a:off x="4784526" y="3009352"/>
            <a:ext cx="26991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spc="600" dirty="0">
                <a:solidFill>
                  <a:schemeClr val="bg1">
                    <a:lumMod val="9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火花，不止所见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0E6A018-6408-4B47-A740-F5AA75035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9879" y="1163299"/>
            <a:ext cx="2066332" cy="31153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FB152EA-D69F-4A4B-AA90-B2BD6BB47A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000" y="1718179"/>
            <a:ext cx="3301622" cy="25198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6A8AE88-6A92-1249-A992-CE9402877E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6211" y="4907185"/>
            <a:ext cx="1697064" cy="32610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DB2FA2D-CAD9-EE44-865F-F3B60764F0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4644" y="2042213"/>
            <a:ext cx="2804417" cy="2103313"/>
          </a:xfrm>
          <a:prstGeom prst="rect">
            <a:avLst/>
          </a:prstGeom>
        </p:spPr>
      </p:pic>
      <p:sp>
        <p:nvSpPr>
          <p:cNvPr id="10" name="椭圆 9">
            <a:extLst>
              <a:ext uri="{FF2B5EF4-FFF2-40B4-BE49-F238E27FC236}">
                <a16:creationId xmlns:a16="http://schemas.microsoft.com/office/drawing/2014/main" id="{8B14358F-C3AD-824A-B735-BF60ABCDBDB3}"/>
              </a:ext>
            </a:extLst>
          </p:cNvPr>
          <p:cNvSpPr/>
          <p:nvPr/>
        </p:nvSpPr>
        <p:spPr>
          <a:xfrm>
            <a:off x="5021035" y="2527241"/>
            <a:ext cx="195943" cy="195943"/>
          </a:xfrm>
          <a:prstGeom prst="ellipse">
            <a:avLst/>
          </a:prstGeom>
          <a:solidFill>
            <a:srgbClr val="5BF7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D1AE015-42AA-D64A-9D00-973FB156F902}"/>
              </a:ext>
            </a:extLst>
          </p:cNvPr>
          <p:cNvSpPr/>
          <p:nvPr/>
        </p:nvSpPr>
        <p:spPr>
          <a:xfrm>
            <a:off x="5216978" y="2788763"/>
            <a:ext cx="117022" cy="117022"/>
          </a:xfrm>
          <a:prstGeom prst="ellipse">
            <a:avLst/>
          </a:prstGeom>
          <a:solidFill>
            <a:srgbClr val="5BF7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12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3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2627</TotalTime>
  <Words>1151</Words>
  <Application>Microsoft Office PowerPoint</Application>
  <PresentationFormat>宽屏</PresentationFormat>
  <Paragraphs>234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Microsoft YaHei Light</vt:lpstr>
      <vt:lpstr>DengXian</vt:lpstr>
      <vt:lpstr>DengXian</vt:lpstr>
      <vt:lpstr>DengXian Light</vt:lpstr>
      <vt:lpstr>Microsoft YaHei</vt:lpstr>
      <vt:lpstr>Microsoft YaHei</vt:lpstr>
      <vt:lpstr>Arial</vt:lpstr>
      <vt:lpstr>Calibri</vt:lpstr>
      <vt:lpstr>Calibri Light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储 松苗</dc:creator>
  <cp:lastModifiedBy>877272742@qq.com</cp:lastModifiedBy>
  <cp:revision>164</cp:revision>
  <dcterms:created xsi:type="dcterms:W3CDTF">2019-08-13T06:58:35Z</dcterms:created>
  <dcterms:modified xsi:type="dcterms:W3CDTF">2019-12-27T09:16:53Z</dcterms:modified>
</cp:coreProperties>
</file>